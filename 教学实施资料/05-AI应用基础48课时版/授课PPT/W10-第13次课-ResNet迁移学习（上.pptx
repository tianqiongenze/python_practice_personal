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开场30秒：《ResNet迁移学习（上）：基础实现》，80分钟=2课时×40分钟。课前已发工单+微课知识卡。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情境说书30秒：质检科只标了200张图，训练从零开始根本不够。林工：'站在巨人的肩膀上——ResNet迁移学习，小样本也能成事。'工单M…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知识卡1：迁移学习=站在巨人肩上：ImageNet权重reuse到缺陷…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知识卡2：冻结backbone只训分类头：小样本第一选择——应用：见工…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知识卡3：分层学习率：底层通用特征小步、任务层大步——应用：见工单st…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知识卡4：数据增强：翻转裁剪让200张变2000张有效样本——应用：见…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知识卡5：小样本陷阱：测试集也小指标波动大，多seed取均值…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知识卡6：CPU友好策略：小图加冻结层几分钟出结果——应用：见工单st…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演示《替换分类头》：跑通→逐行→改参数（演的核心素材）。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演示《微调解冻末段》：跑通→逐行→改参数（演的核心素材）。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工单发布：'设备智能运维中心工单M3-1'——及格线准确率≥75%+对比表。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错误速查：现场制造「内存爆」带学生三步排查。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项目5 大模型·视觉应用 | 预习知识点：迁移学习概念；ResNet冻结/微调策略 | 课中检查知识点：完成冻结/微调取舍实验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ResNet迁移学习（上）：基础实现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第10周 · 第13次课（2课时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ResNe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t迁移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迁移学习=站在巨人肩上：ImageNet权重reuse到缺陷图 · 冻结backbone只训分类头：小样本第一选择——应用：见工单starter与教师参考实现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分层学习率：底层通用特征小步、任务层大步——应用：见工单starter与教师参考实现 · 数据增强：翻转裁剪让200张变2000张有效样本——应用：见工单starter与教师参考实现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能加载预训练ResNet并替换分类头——应用：见工单starter与教师参考实现 · 能完成冻结vs微调对比实验——应用：见工单starter与教师参考实现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基础知识线：迁移学习=站在巨人肩上：ImageNet权重reuse到缺陷图；冻结backbone只训分类头：小样本第一选择——应用：见工单starter与教师参考实现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继续夯实线：分层学习率：底层通用特征小步、任务层大步——应用：见工单starter与教师参考实现；数据增强：翻转裁剪让200张变2000张有效样本——应用：见工单starter与教师参考实现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技能线：能加载预训练ResNet并替换分类头——应用：见工单starter与教师参考实现；能完成冻结vs微调对比实验——应用：见工单starter与教师参考实现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M3-1《ResNet迁移学习（上）：基础实现》——本课工单即考核单元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知识：迁移学习=站在巨人肩上：ImageNet权重reuse到缺陷图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能力：能加载预训练ResNet并替换分类头——应用：见工单starter与教师参考实现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W10课前测①：本课工单M3-1的及格线是什么？（答：准确率≥75%+对比表）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W10课前测②：'预训练权重'用一句话说说你的理解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题目：W10课前测①：本课工单M3-1的及格线是什么？（答：准确率≥75%+对比表）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目标：迁移学习=站在巨人肩上：ImageNet权重reuse到缺陷图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目标：能加载预训练ResNet并替换分类头——应用：见工单starter与教师参考实现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质检科只标了200张图，训练从零开始根本不够。林工：'站在巨人的肩膀上——ResNet迁移学习，小样本也能成事。'工单M3-1：冻结层与微调的取舍实验。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任务背景：质检科只标了200张图，训练从零开始根本不够。林工：'站在巨人的肩膀上——ResNet迁移学习，小样本也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W10课前测①：本课工单M3-1的及格线是什么？（答：准确率≥75%+对比表）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W10课前测②：'预训练权重'用一句话说说你的理解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出现「内存爆」，你的排查顺序是？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原因是全参微调加大图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复述：迁移学习=站在巨人肩上：ImageNet权重reuse到缺陷图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剧情任务：质检科只标了200张图，训练从零开始根本不够。林工：'站在巨人的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迁移学习=站在巨人肩上：ImageNet权重reuse到缺陷图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冻结backbone只训分类头：小样本第一选择——应用：见工单starter与教师参考实现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知识应用（2）：冻结backbone只训分类头：小样本第一选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冻结backbone只训分类头：小样本第一选择。在两江智造产线上的用法：见工单starter与教师参考实现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分层学习率：底层通用特征小步、任务层大步——应用：见工单starter与教师参考实现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知识应用（3）：分层学习率：底层通用特征小步、任务层大步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分层学习率：底层通用特征小步、任务层大步。在两江智造产线上的用法：见工单starter与教师参考实现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数据增强：翻转裁剪让200张变2000张有效样本——应用：见工单starter与教师参考实现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知识应用（4）：数据增强：翻转裁剪让200张变2000张有效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数据增强：翻转裁剪让200张变2000张有效样本。在两江智造产线上的用法：见工单starter与教师参考实现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小样本陷阱：测试集也小指标波动大，多seed取均值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CPU友好策略：小图加冻结层几分钟出结果——应用：见工单starter与教师参考实现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知识应用（6）：CPU友好策略：小图加冻结层几分钟出结果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CPU友好策略：小图加冻结层几分钟出结果。在两江智造产线上的用法：见工单starter与教师参考实现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迁移学习=站在巨人肩上：ImageNet权重reuse到缺陷图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冻结backbone只训分类头：小样本第一选择——应用：见工单starter与教师参考实现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分层学习率：底层通用特征小步、任务层大步——应用：见工单starter与教师参考实现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数据增强：翻转裁剪让200张变2000张有效样本——应用：见工单starter与教师参考实现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小样本陷阱：测试集也小指标波动大，多seed取均值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CPU友好策略：小图加冻结层几分钟出结果——应用：见工单starter与教师参考实现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要点1：迁移学习=站在巨人肩上：ImageNet权重reuse到缺陷图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要点2：冻结backbone只训分类头：小样本第一选择——应用：见工单starter与教师参考实现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要点3：分层学习率：底层通用特征小步、任务层大步——应用：见工单starter与教师参考实现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能加载预训练ResNet并替换分类头——应用：见工单starter与教师参考实现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能完成冻结vs微调对比实验——应用：见工单starter与教师参考实现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能使用数据增强扩充样本——应用：见工单starter与教师参考实现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能写实验对照表结论——应用：见工单starter与教师参考实现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技能1：能加载预训练ResNet并替换分类头——应用：见工单starter与教师参考实现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技能2：能完成冻结vs微调对比实验——应用：见工单starter与教师参考实现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技能3：能使用数据增强扩充样本——应用：见工单starter与教师参考实现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技能4：能写实验对照表结论——应用：见工单starter与教师参考实现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ResNet迁移学习（上）：基础实现（实施要点）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关键代码：替换分类头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torchvision.models as M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net = M.resnet18(weights=M.ResNet18_Weights.IMAGENET1K_V1)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net.parameters(): p.requires_grad = False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net.fc = nn.Linear(net.fc.in_features, 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代码走读：《替换分类头》逐段拆解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行1：import torchvision.models as 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行2：net = M.resnet18(weights=M.ResNet18_Weights.IMAGENET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行3：for p in net.parameters(): p.requires_grad = False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行4：net.fc = nn.Linear(net.fc.in_features, 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6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5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关键代码：微调解冻末段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p in net.layer4.parameters(): p.requires_grad = True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opt = torch.optim.AdamW([{"params": net.fc.parameters(), "lr": 1e-3},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{"params": net.layer4.parameters(), "lr": 1e-5}])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代码走读：《微调解冻末段》逐段拆解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行1：for p in net.layer4.parameters(): p.requires_grad = 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行2：opt = torch.optim.AdamW([{"params": net.fc.parameter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行3：{"params": net.layer4.parameters(), "lr": 1e-5}])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术语①：迁移学习=站在巨人肩上——ImageNet权重reuse到缺陷图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术语②：冻结backbone只训分类头：小样本第一选择——应用：见工单starter与教师参考实现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术语③：能加载预训练ResNet并替换分类头——应用：见工单starter与教师参考实现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ResNet迁移学习：备选方案决策矩阵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本课决策题：ResNet迁移学习：备选方案决策矩阵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实施任务：工单M3-1《ResNet迁移学习（上）：基础实现》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准确率≥75%+对比表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冻结版跑通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加载weights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换fc层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只训头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准确率≥70%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第1步：加载weights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第2步：换fc层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第3步：只训头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达标自检：准确率≥70%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对比实验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冻结基线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解冻layer4微调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同seed对照表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准确率≥75%加对照表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第1步：冻结基线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第2步：解冻layer4微调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第3步：同seed对照表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达标自检：准确率≥75%加对照表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增强增益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RandomResizedCrop等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结论写证据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≥80%或增强有效论证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第1步：RandomResizedCrop等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第2步：前后对比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第3步：结论写证据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达标自检：≥80%或增强有效论证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冻结边界论证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逐层解冻实验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性能可训参数曲线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给出边界建议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准确率≥85%加曲线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第1步：逐层解冻实验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第2步：性能可训参数曲线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第3步：给出边界建议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达标自检：准确率≥85%加曲线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内存爆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全参微调加大图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冻结加resize到128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微调后变差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lr过大冲毁权重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分层lr且末段1e-5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指标波动大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小样本单seed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3个seed取均值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运行时出现「内存爆」，你的排查顺序是？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原因是全参微调加大图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D·学徒（≥60）：冻结版跑通——跟做保底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C·操作员（≥70）：对比实验——基础完成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B·组长（≥80）：增强增益——标准达成+帮带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A·师傅（≥90）：冻结边界论证——进阶拓展+费曼讲解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工单M3-1已发布，四层任务各自认领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迁移学习=站在巨人肩上：ImageNet权重reuse到缺陷图——背后是统计/优化原理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学生代码框架/w7_xxx_starter.py——TODO注释即步骤提示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微课知识卡：能加载预训练ResNet并替换分类头——应用：见工单starte（5分钟视频+导学单）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迁移学习=站在巨人肩上：ImageNet权重reuse到缺陷图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冻结backbone只训分类头：小样本第一选择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分层学习率：底层通用特征小步、任务层大步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ResNe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t迁移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迁移学习=站在巨人肩上：ImageNet权重reuse到缺陷图 · 冻结backbone只训分类头：小样本第一选择——应用：见工单starter与教师参考实现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能加载预训练ResNet并替换分类头——应用：见工单starter与教师参考实现 · 能完成冻结vs微调对比实验——应用：见工单starter与教师参考实现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内存爆 · 微调后变差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工单M3-1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本周主题：能加载预训练ResNet并替换分类头——应用：见工单starte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知识：迁移学习=站在巨人肩上：ImageNet；冻结backbone只训分类头：小样本第；分层学习率：底层通用特征小步、任务层大步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技能：能加载预训练ResNet并替换分类头——应用：见工单starter与教师参考实现；能完成冻结vs微调对比实验——应用：见工单starter与教师参考实现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交付：工单M3-1《ResNet迁移学习（上）：基础实现》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按前缀写：feat:完成W10工单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能部署CPU预训练YOLO推理——应用：见工单s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W10课前测①：本课工单M3-1的及格线是什么？（答：准确率≥75%+对比表）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W10-第13次课-ResNet迁移学习（上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