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开场30秒：《多智能体检修调度（下）：优化与评价》，80分钟=2课时×40分钟。课前已发工单+微课知识卡。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产业数据卡：学的技能=产线的数字。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情境说书30秒：三台泵站三个智能体，谁先检修、谁让路？gym-industrial仿真环境上线——工单M5-1：多智能体协调，奖励函数就…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随堂自测三题：先答后揭晓，答对记过程分。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知识卡1：强化学习三要素：状态动作奖励，试错中学会策略——应用：见工单…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知识卡2：奖励函数=管理哲学：奖励什么就得到什么——应用：见工单sta…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知识卡3：多智能体分工：感知调度执行三类agent——应用：见工单st…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知识卡4：奖励漏洞：智能体学会空转刷分，设计即治理——应用：见工单st…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知识卡5：课程表映射：状态排队工单动作派人奖励停机时间降——应用：见工…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知识卡6：仿真先行：gym-industrial里犯错零成本…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演示《环境骨架》：跑通→逐行→改参数（演的核心素材）。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演示《奖励设计》：跑通→逐行→改参数（演的核心素材）。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工单发布：'设备智能运维中心工单M5-1'——及格线正确率≥75%+说明书。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错误速查：现场制造「env注册不到」带学生三步排查。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项目8 大模型·综合应用 | 预习知识点：智能体(Agent)概念；多智能体协调；强化学习直觉(MDP/奖励) | 课中检查知识点：设计奖励函数并跑仿真调度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多智能体检修调度（下）：优化与评价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第14周 · 第22次课（2课时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多智能体检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修调度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强化学习三要素：状态动作奖励，试错中学会策略——应用：见工单starter与教师参考实现 · 奖励函数=管理哲学：奖励什么就得到什么——应用：见工单starter与教师参考实现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多智能体分工：感知调度执行三类agent——应用：见工单starter与教师参考实现 · 奖励漏洞：智能体学会空转刷分，设计即治理——应用：见工单starter与教师参考实现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能跑通仿真环境随机基线——应用：见工单starter与教师参考实现 · 能设计奖励函数并说明规则来源——应用：见工单starter与教师参考实现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基础知识线：强化学习三要素：状态动作奖励，试错中学会策略——应用：见工单starter与教师参考实现；奖励函数=管理哲学：奖励什么就得到什么——应用：见工单starter与教师参考实现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继续夯实线：多智能体分工：感知调度执行三类agent——应用：见工单starter与教师参考实现；奖励漏洞：智能体学会空转刷分，设计即治理——应用：见工单starter与教师参考实现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学法提示：每条知识都配'产线例子'，先例后理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技能线：能跑通仿真环境随机基线——应用：见工单starter与教师参考实现；能设计奖励函数并说明规则来源——应用：见工单starter与教师参考实现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M5-1《多智能体检修调度（下）：优化与评价》——本课工单即考核单元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本课在M1-M5全谱系中的位置已明确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岗课赛证四维坐标——带着目标进课堂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模型准确率(%)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4030435"/>
            <a:ext cx="1400000" cy="1369565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3470435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推理耗时(ms/条)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4943479"/>
            <a:ext cx="1400000" cy="456521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438347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人工复核率(%)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数据来自虚拟产线——你训的模型就在处理这些数据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六步法：决策10→实施40→检查10→实施30→评价10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知识：强化学习三要素：状态动作奖励，试错中学会策略——应用：见工单starter与教师参考实现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能力：能跑通仿真环境随机基线——应用：见工单starter与教师参考实现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W14课中查①：'env注册不到'这个报错怎么排查？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W14课中查②：优秀线正确率≥90%或自适应策略你打算怎么冲？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题目：W14课中查①：'env注册不到'这个报错怎么排查？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目标：强化学习三要素：状态动作奖励，试错中学会策略——应用：见工单starter与教师参考实现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目标：能跑通仿真环境随机基线——应用：见工单starter与教师参考实现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三台泵站三个智能体，谁先检修、谁让路？gym-industrial仿真环境上线——工单M5-1：多智能体协调，奖励函数就是老周的管理哲学。</a:t>
            </a:r>
          </a:p>
        </p:txBody>
      </p:sp>
      <p:pic>
        <p:nvPicPr>
          <p:cNvPr id="9" name="Picture 8" descr="W1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任务背景：三台泵站三个智能体，谁先检修、谁让路？gym-industrial仿真环境上线——工单M5-1：多智能体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W14课中查①：'env注册不到'这个报错怎么排查？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W14课中查②：优秀线正确率≥90%或自适应策略你打算怎么冲？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出现「env注册不到」，你的排查顺序是？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原因是未装课程工具包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6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复述：强化学习三要素：状态动作奖励，试错中学会策略——应用：见工单starter与教师参考实现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用自己的话讲给同桌——讲得清才算懂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剧情任务：三台泵站三个智能体，谁先检修、谁让路？gym-industria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强化学习三要素：状态动作奖励，试错中学会策略——应用：见工单starter与教师参考实现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知识应用（1）：强化学习三要素：状态动作奖励，试错中学会策略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强化学习三要素：状态动作奖励，试错中学会策略。在两江智造产线上的用法：见工单starter与教师参考实现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奖励函数=管理哲学：奖励什么就得到什么——应用：见工单starter与教师参考实现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知识应用（2）：奖励函数=管理哲学：奖励什么就得到什么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奖励函数=管理哲学：奖励什么就得到什么。在两江智造产线上的用法：见工单starter与教师参考实现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多智能体分工：感知调度执行三类agent——应用：见工单starter与教师参考实现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知识应用（3）：多智能体分工：感知调度执行三类agent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多智能体分工：感知调度执行三类agent。在两江智造产线上的用法：见工单starter与教师参考实现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奖励漏洞：智能体学会空转刷分，设计即治理——应用：见工单starter与教师参考实现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知识应用（4）：奖励漏洞：智能体学会空转刷分，设计即治理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奖励漏洞：智能体学会空转刷分，设计即治理。在两江智造产线上的用法：见工单starter与教师参考实现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课程表映射：状态排队工单动作派人奖励停机时间降——应用：见工单starter与教师参考实现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知识应用（5）：课程表映射：状态排队工单动作派人奖励停机时间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课程表映射：状态排队工单动作派人奖励停机时间降。在两江智造产线上的用法：见工单starter与教师参考实现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仿真先行：gym-industrial里犯错零成本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强化学习三要素：状态动作奖励，试错中学会策略——应用：见工单starter与教师参考实现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奖励函数=管理哲学：奖励什么就得到什么——应用：见工单starter与教师参考实现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多智能体分工：感知调度执行三类agent——应用：见工单starter与教师参考实现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奖励漏洞：智能体学会空转刷分，设计即治理——应用：见工单starter与教师参考实现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课程表映射：状态排队工单动作派人奖励停机时间降——应用：见工单starter与教师参考实现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仿真先行：gym-industrial里犯错零成本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要点1：强化学习三要素：状态动作奖励，试错中学会策略——应用：见工单starter与教师参考实现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要点2：奖励函数=管理哲学：奖励什么就得到什么——应用：见工单starter与教师参考实现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要点3：多智能体分工：感知调度执行三类agent——应用：见工单starter与教师参考实现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能跑通仿真环境随机基线——应用：见工单starter与教师参考实现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能设计奖励函数并说明规则来源——应用：见工单starter与教师参考实现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能训练简单策略提升协调正确率——应用：见工单starter与教师参考实现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能发现并修复奖励漏洞——应用：见工单starter与教师参考实现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技能1：能跑通仿真环境随机基线——应用：见工单starter与教师参考实现 → 对应工单步骤，占功能分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技能2：能设计奖励函数并说明规则来源——应用：见工单starter与教师参考实现 → 对应工单步骤，占功能分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技能3：能训练简单策略提升协调正确率——应用：见工单starter与教师参考实现 → 对应工单步骤，占功能分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技能4：能发现并修复奖励漏洞——应用：见工单starter与教师参考实现 → 对应工单步骤，占功能分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多智能体检修调度（下）：优化与评价（实施要点）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关键代码：环境骨架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env = gym.make("industrial-sched-v0")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 = env.reset()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_ in range(200):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 = policy(s)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s, r, done, info = env.step(a)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total += 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代码走读：《环境骨架》逐段拆解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行1：env = gym.make("industrial-sched-v0")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行2：s = env.reset()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行3：for _ in range(200):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行4：a = policy(s)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行5：s, r, done, info = env.step(a)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8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7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关键代码：奖励设计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reward(state, action, next_state):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 = -next_state.downtime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if action.is_idle and state.queue: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r -= 5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代码走读：《奖励设计》逐段拆解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行1：def reward(state, action, next_state):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行2：r = -next_state.downtime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行3：if action.is_idle and state.queue: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行4：r -=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行5：return 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8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7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术语①：强化学习三要素——状态动作奖励，试错中学会策略——应用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术语②：奖励函数=管理哲学：奖励什么就得到什么——应用：见工单starter与教师参考实现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术语③：能跑通仿真环境随机基线——应用：见工单starter与教师参考实现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多智能体检修调度：备选方案决策矩阵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本课决策题：多智能体检修调度：备选方案决策矩阵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实施任务：工单M5-1《多智能体检修调度（下）：优化与评价》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正确率≥75%+说明书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正确率≥90%或自适应策略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随机策略基线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env.reset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随机action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统计正确率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基线数据可复现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第1步：env.reset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第2步：随机action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第3步：统计正确率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达标自检：基线数据可复现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奖励v1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写reward函数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接入训练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正确率对比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正确率≥75%加说明书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第1步：写reward函数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第2步：接入训练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第3步：正确率对比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达标自检：正确率≥75%加说明书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堵漏洞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观察钻空行为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加惩罚项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前后对比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修复1个漏洞有证据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第1步：观察钻空行为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第2步：加惩罚项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第3步：前后对比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达标自检：修复1个漏洞有证据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自适应策略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课程难度递增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策略泛化测试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说明书v2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正确率≥90%或泛化实验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第1步：课程难度递增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第2步：策略泛化测试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第3步：说明书v2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达标自检：正确率≥90%或泛化实验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env注册不到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未装课程工具包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pip install工具包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训练不收敛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奖励尺度失衡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归一化到-1到1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高分业务差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奖励与目标错位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回到老周规则重设计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运行时出现「env注册不到」，你的排查顺序是？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原因是未装课程工具包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错误速查复盘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优化冲刺（B/A层）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三层质检互查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当堂评分与反馈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下次课预告+微课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D·学徒（≥60）：随机策略基线——跟做保底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C·操作员（≥70）：奖励v1——基础完成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B·组长（≥80）：堵漏洞——标准达成+帮带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A·师傅（≥90）：自适应策略——进阶拓展+费曼讲解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步骤5：下次课预告+微课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工单M5-1已发布，四层任务各自认领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提交物与评分（工单M5-1）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学号_姓名_M5-1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强化学习三要素：状态动作奖励，试错中学会策略——应用：见工单starter与教师——背后是统计/优化原理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103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103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M5-1任务书——步骤/及格线/评分细则都在里面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学生代码框架/w11_xxx_starter.py——TODO注释即步骤提示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103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103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103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M5-1的技能点即其最小实现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小步提交——调参每进一步就commit，回退不求人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本周：单点技能→下周：组合应用→W15：综合链路答辩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横向：M1数据→M2模型→M3视觉→M4大模型→M5智能体（全谱系）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纵向：证书线——1+X初级（M1-M3）→中级（M4）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岗位线：跟做学徒→独立调参→带组师傅→AI应用工程师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103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微课知识卡：能跑通仿真环境随机基线——应用：见工单starter与教师参考实（5分钟视频+导学单）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强化学习三要素：状态动作奖励，试错中学会策略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奖励函数=管理哲学：奖励什么就得到什么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多智能体分工：感知调度执行三类agent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103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指标+阈值结论+随机种子——三件套齐全可复现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只报一个准确率——无种子无阈值，跑第二遍就对不上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技术25%+素养15%两项就能差出40分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工业模型要给人信——复现不了的指标=没交付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103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多智能体检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修调度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强化学习三要素：状态动作奖励，试错中学会策略——应用：见工单starter与教师参考实现 · 奖励函数=管理哲学：奖励什么就得到什么——应用：见工单starter与教师参考实现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能跑通仿真环境随机基线——应用：见工单starter与教师参考实现 · 能设计奖励函数并说明规则来源——应用：见工单starter与教师参考实现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env注册不到 · 训练不收敛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工单M5-1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本周主题：能跑通仿真环境随机基线——应用：见工单starter与教师参考实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答辩预演（期末综合链路的彩排）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①30秒讲需求：这个模型解决什么问题、部署在哪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②60秒讲链路：数据→特征→模型→评估→部署（五段式）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④答辩礼仪：指着屏幕讲不念稿；被问住就说'课后验证'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从本周开始练——W15答辩=12周彩排的总和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103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运行截图：训练日志+指标输出同框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工单过程栏：步骤勾选+调参记录+自查记录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103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知识：强化学习三要素：状态动作奖励，试错中学会；奖励函数=管理哲学：奖励什么就得到什么；多智能体分工：感知调度执行三类agent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技能：能跑通仿真环境随机基线——应用：见工单starter与教师参考实现；能设计奖励函数并说明规则来源——应用：见工单starter与教师参考实现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交付：工单M5-1《多智能体检修调度（下）：优化与评价》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103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按前缀写：feat:完成W14工单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103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ai48——提示符变(ai48)才对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103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103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103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下次课预告（第15周）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能组织12周资产成完整故事——应用：见工单sta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W14课中查①：'env注册不到'这个报错怎么排查？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W14-第22次课-多智能体检修调度（下）：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