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知识卡1：特征=给模型的体检指标：时域（均值/峰值/RMS）与频域（主…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知识卡2：特征字典：名称/公式/物理意义/取值范围四栏缺一不可…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知识卡3：相关性初筛：|r|&gt;0.95的特征对留一个即可（冗余）…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知识卡4：特征重要性（树模型feature_importances_）…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知识卡5：好特征胜过换模型：同模型下特征带来的增益常大于算法升级…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知识卡6：特征泄漏预警：用了未来才知道的列，线下虚高线上翻车…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演示《时域特征》：跑通→逐行→改参数（演的核心素材）。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演示《重要性排序》：跑通→逐行→改参数（演的核心素材）。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错误速查：现场制造「resample报错」带学生三步排查。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第5周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相关性初筛：|r|&gt;0.95的特征对留一个即可（冗余） · 特征重要性（树模型feature_importances_）：让数据投票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基础知识线：特征=给模型的体检指标：时域（均值/峰值/RMS）与频域（主频/带宽）；特征字典：名称/公式/物理意义/取值范围四栏缺一不可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继续夯实线：相关性初筛：|r|&gt;0.95的特征对留一个即可（冗余）；特征重要性（树模型feature_importances_）：让数据投票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M1-1b《特征设计与优化（上）：基础实现》——本课工单即考核单元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98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98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98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98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W5课前测①：本课工单M1-1b的及格线是什么？（答：特征≥10个且字典完整）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W5课前测②：'时域/频域特征'用一句话说说你的理解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题目：W5课前测①：本课工单M1-1b的及格线是什么？（答：特征≥10个且字典完整）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任务背景：数据洗净了，林工却摇头：'同样的模型，好特征胜过换模型。'他递来一张特征字典模板：'从振动里造出10个特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98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W5课前测①：本课工单M1-1b的及格线是什么？（答：特征≥10个且字典完整）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W5课前测②：'时域/频域特征'用一句话说说你的理解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98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出现「resample报错」，你的排查顺序是？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98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复述：特征=给模型的体检指标：时域（均值/峰值/RMS）与频域（主频/带宽）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98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剧情任务：数据洗净了，林工却摇头：'同样的模型，好特征胜过换模型。'他递来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98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98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98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98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98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98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要点2：特征字典：名称/公式/物理意义/取值范围四栏缺一不可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要点3：相关性初筛：|r|&gt;0.95的特征对留一个即可（冗余）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98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能写规范特征字典——应用：见工单starter与教师参考实现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能用重要性排序精选子集——应用：见工单starter与教师参考实现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能做A/B对比证明特征价值——应用：见工单starter与教师参考实现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98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技能1：能从振动序列构造≥10个特征——应用：见工单starter与教师参考实现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技能2：能写规范特征字典——应用：见工单starter与教师参考实现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技能3：能用重要性排序精选子集——应用：见工单starter与教师参考实现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技能4：能做A/B对比证明特征价值——应用：见工单starter与教师参考实现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98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98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关键代码：时域特征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 = df.set_index("ts").resample("10min")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 = g.agg(["mean", "max", "std"])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feat["rms"] = (df["vib"] ** 2).resample("10min").mean() ** 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98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代码走读：《时域特征》逐段拆解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行1：g = df.set_index("ts").resample("10min")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行2：feat = g.agg(["mean", "max", "std"])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行3：feat["rms"] = (df["vib"] ** 2).resample("10min").mea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98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关键代码：重要性排序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rf = RandomForestClassifier(n_estimators=100).fit(X, y)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 = pd.Series(rf.feature_importances_, index=X.columns).sort_values()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98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代码走读：《重要性排序》逐段拆解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sklearn.ensemble import RandomForestClassifier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行2：rf = RandomForestClassifier(n_estimators=100).fit(X,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行3：imp = pd.Series(rf.feature_importances_, index=X.col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98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98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98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术语①：特征=给模型的体检指标——时域（均值/峰值/RMS）与频域（主频/带宽）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术语②：特征字典：名称/公式/物理意义/取值范围四栏缺一不可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98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98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98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本课决策题：特征设计与优化：备选方案决策矩阵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98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98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跟做5个时域特征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groupby窗口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算mean/max/std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拼成特征表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5特征表能跑通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98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第1步：groupby窗口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第2步：算mean/max/std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第3步：拼成特征表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达标自检：5特征表能跑通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98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10特征加字典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补RMS峰峰值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加频域主频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字典四栏填全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≥10特征且字典完整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98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第1步：补RMS峰峰值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第2步：加频域主频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第3步：字典四栏填全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达标自检：≥10特征且字典完整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98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精选子集A/B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重要性排序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取Top-k做A/B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记录性能数量曲线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特征-30%性能不降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98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第1步：重要性排序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第2步：取Top-k做A/B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第3步：记录性能数量曲线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达标自检：特征-30%性能不降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98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业务洞察特征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结合泵机理造新特征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如温升速率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验证增益并写洞察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新特征进Top3且有物理解释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第1步：结合泵机理造新特征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第2步：如温升速率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第3步：验证增益并写洞察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达标自检：新特征进Top3且有物理解释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98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resample报错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set_index后或parse_dates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特征全0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窗口内数据缺失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先做W1清洗再回填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重要性集中1个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存在泄漏列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检查是否用了标签衍生信息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98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运行时出现「resample报错」，你的排查顺序是？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98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98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D·学徒（≥60）：跟做5个时域特征——跟做保底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C·操作员（≥70）：10特征加字典——基础完成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B·组长（≥80）：精选子集A/B——标准达成+帮带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A·师傅（≥90）：业务洞察特征——进阶拓展+费曼讲解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98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98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98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工单M1-1b已发布，四层任务各自认领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98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98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98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98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98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98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98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98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学生代码框架/w2_xxx_starter.py——TODO注释即步骤提示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98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98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98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98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98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98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98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98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98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微课知识卡：能从振动序列构造≥10个特征——应用：见工单starter与教师（5分钟视频+导学单）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98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特征字典：名称/公式/物理意义/取值范围四栏缺一不可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相关性初筛：|r|&gt;0.95的特征对留一个即可（冗余）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98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98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resample报错 · 特征全0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工单M1-1b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98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98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本周主题：能从振动序列构造≥10个特征——应用：见工单starter与教师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98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98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98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知识：特征=给模型的体检指标：时域（均值/峰值；特征字典：名称/公式/物理意义/取值范围；相关性初筛：|r|&gt;0.95的特征对留一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交付：工单M1-1b《特征设计与优化（上）：基础实现》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98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98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按前缀写：feat:完成W5工单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98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98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W5课前测①：本课工单M1-1b的及格线是什么？（答：特征≥10个且字典完整）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W05-第3次课-特征设计与优化（上）：基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