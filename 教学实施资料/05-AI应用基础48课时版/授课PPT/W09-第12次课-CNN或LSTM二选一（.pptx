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知识卡1：卷积=小核滑动扫全图，参数共享天然适合图像——应用：见工单s…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知识卡2：池化降维：留最强信号，缩计算量——应用：见工单starter…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知识卡3：滑动窗口造样本：一段序列切出无数训练对（LSTM路线）…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知识卡4：门控直觉：遗忘门输入门决定记什么忘什么——应用：见工单sta…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知识卡5：竞标答辩结构：问题方案指标风险四段论——应用：见工单star…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知识卡6：选型依据：图像缺陷选CNN时序寿命选LSTM，数据形状定路线…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CNN或LSTM二选一（竞标）（下）：优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第9周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基础知识线：卷积=小核滑动扫全图，参数共享天然适合图像——应用：见工单starter与教师参考实现；池化降维：留最强信号，缩计算量——应用：见工单starter与教师参考实现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继续夯实线：滑动窗口造样本：一段序列切出无数训练对（LSTM路线）；门控直觉：遗忘门输入门决定记什么忘什么——应用：见工单starter与教师参考实现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M2-3b《CNN或LSTM二选一（竞标）（下）：优化与评价》——本课工单即考核单元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W9课中查①：'Conv输入报维度'这个报错怎么排查？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W9课中查②：优秀线赢得竞标且指标优秀你打算怎么冲？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题目：W9课中查①：'Conv输入报维度'这个报错怎么排查？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任务背景：分组竞标周：老周把两份需求拍在桌上——焊缝缺陷CNN、风机寿命LSTM，'各组选一题，答辩定预算。'工单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W9课中查①：'Conv输入报维度'这个报错怎么排查？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W9课中查②：优秀线赢得竞标且指标优秀你打算怎么冲？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出现「Conv输入报维度」，你的排查顺序是？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复述：卷积=小核滑动扫全图，参数共享天然适合图像——应用：见工单starter与教师参考实现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剧情任务：分组竞标周：老周把两份需求拍在桌上——焊缝缺陷CNN、风机寿命L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知识应用（1）：卷积=小核滑动扫全图，参数共享天然适合图像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卷积=小核滑动扫全图，参数共享天然适合图像。在两江智造产线上的用法：见工单starter与教师参考实现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知识应用（2）：池化降维：留最强信号，缩计算量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池化降维：留最强信号，缩计算量。在两江智造产线上的用法：见工单starter与教师参考实现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知识应用（4）：门控直觉：遗忘门输入门决定记什么忘什么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门控直觉：遗忘门输入门决定记什么忘什么。在两江智造产线上的用法：见工单starter与教师参考实现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知识应用（5）：竞标答辩结构：问题方案指标风险四段论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竞标答辩结构：问题方案指标风险四段论。在两江智造产线上的用法：见工单starter与教师参考实现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要点2：池化降维：留最强信号，缩计算量——应用：见工单starter与教师参考实现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要点3：滑动窗口造样本：一段序列切出无数训练对（LSTM路线）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技能1：能按题完成CNN或LSTM建模——应用：见工单starter与教师参考实现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技能2：能组队产出竞标书——应用：见工单starter与教师参考实现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技能3：能5分钟答辩讲清指标——应用：见工单starter与教师参考实现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技能4：能对未选路线做概念对比——应用：见工单starter与教师参考实现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代码走读：《CNN最小版》逐段拆解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torch.nn as nn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行2：cnn = nn.Sequential(nn.Conv2d(1, 16, 3, padding=1),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行3：nn.Flatten(), nn.Linear(16 * 32 * 32, 2))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代码走读：《滑动窗口》逐段拆解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行1：W =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行2：X = np.lib.stride_tricks.sliding_window_view(vib, 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行3：y = rul[W - 1 + 10:]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术语①：卷积=小核滑动扫全图，参数共享天然适合图像——应——见工单starter与教师参考实现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术语②：池化降维：留最强信号，缩计算量——应用：见工单starter与教师参考实现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本课决策题：CNN或LSTM二选一（竞标）：备选方案决策矩阵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第1步：按题选starter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第2步：默认参数训练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达标自检：指标可复现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第1步：调2个关键参数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第2步：四段论成文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第3步：组内排练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达标自检：CNN≥75%或LSTM误差达标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第1步：指标对标优秀线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第2步：风险与对策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第3步：模拟问答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达标自检：赢得竞标或评委加分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第1步：跑另一路线mini版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第2步：对比表加适用边界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第3步：答辩展示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达标自检：给出选型决策矩阵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运行时出现「Conv输入报维度」，你的排查顺序是？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D·学徒（≥60）：跑通给定starter——跟做保底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C·操作员（≥70）：达标加竞标书——基础完成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A·师傅（≥90）：双路线通吃——进阶拓展+费曼讲解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工单M2-3b已发布，四层任务各自认领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学生代码框架/w6_xxx_starter.py——TODO注释即步骤提示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微课知识卡：能按题完成CNN或LSTM建模——应用：见工单starter与教（5分钟视频+导学单）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卷积=小核滑动扫全图，参数共享天然适合图像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池化降维：留最强信号，缩计算量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滑动窗口造样本：一段序列切出无数训练对（LSTM路线）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Conv输入报维度 · 窗口错位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本周主题：能按题完成CNN或LSTM建模——应用：见工单starter与教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知识：卷积=小核滑动扫全图，参数共享天然适合图；池化降维：留最强信号，缩计算量；滑动窗口造样本：一段序列切出无数训练对（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交付：工单M2-3b《CNN或LSTM二选一（竞标）（下）：优化与评价》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按前缀写：feat:完成W9工单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W9课中查①：'Conv输入报维度'这个报错怎么排查？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W09-第12次课-CNN或LSTM二选一（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