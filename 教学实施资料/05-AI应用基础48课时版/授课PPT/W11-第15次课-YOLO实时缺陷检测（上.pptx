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开场30秒：《YOLO实时缺陷检测（上）：基础实现》，80分钟=2课时×40分钟。课前已发工单+微课知识卡。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ABCD分层节奏提醒。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产业数据卡：学的技能=产线的数字。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情境说书30秒：产线节拍又升了。老周批了CPU算力：'实时检测，速度与精度你自己权衡。'工单M3-2：YOLO缺陷检测，阈值、输入尺寸与…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随堂自测三题：先答后揭晓，答对记过程分。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知识卡1：检测=分类+定位：YOLO一次前向出全部候选框——应用：见工…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知识卡2：置信度阈值：低阈值召回高但误检多，业务定夺——应用：见工单s…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知识卡3：输入尺寸：640到320，速度翻倍精度让步——应用：见工单s…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知识卡4：FPS测量口径：纯推理vs含前后处理，先约定再比较…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知识卡5：mAP：多阈值下平均精度，统一测试集才有意义——应用：见工单…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知识卡6：工程权衡三问：漏一个的代价？误一个的代价？节拍多少？…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快查核对：遮左说右。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演示《ONNX推理口径》：跑通→逐行→改参数（演的核心素材）。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演示《阈值过滤》：跑通→逐行→改参数（演的核心素材）。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强调时间盒纪律。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工单发布：'设备智能运维中心工单M3-2'——及格线mAP≥0.60+FPS表完整。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错误速查：现场制造「FPS波动大」带学生三步排查。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避坑清单：每条问'为什么会踩'——把'注意'变成'知道为什么注意'。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项目5 大模型·视觉应用 | 预习知识点：YOLO检测原理(边界框/置信度)；mAP与FPS | 课中检查知识点：CPU实时检测mAP≥0.70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YOLO实时缺陷检测（上）：基础实现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第11周 · 第15次课（2课时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1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怎么用好这套PPT（使用说明）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课前：只看①②③——定位/流程/目标，带问题来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课中：跟着④⑤走——知识卡打地基，工单练技能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卡住：查⑤避坑+错误速查，再举手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课后：⑦拓展自测+预习清单——闭环从课后开始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这份PPT=教材+工单说明书+复习提纲三合一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本课(第4-15周·12周×4课时)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YOLO实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时缺陷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检测=分类+定位：YOLO一次前向出全部候选框——应用：见工单starter与教师参考实现 · 置信度阈值：低阈值召回高但误检多，业务定夺——应用：见工单starter与教师参考实现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输入尺寸：640到320，速度翻倍精度让步——应用：见工单starter与教师参考实现 · FPS测量口径：纯推理vs含前后处理，先约定再比较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能部署CPU预训练YOLO推理——应用：见工单starter与教师参考实现 · 能调阈值与尺寸并记录mAP和FPS——应用：见工单starter与教师参考实现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基础知识线：检测=分类+定位：YOLO一次前向出全部候选框——应用：见工单starter与教师参考实现；置信度阈值：低阈值召回高但误检多，业务定夺——应用：见工单starter与教师参考实现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继续夯实线：输入尺寸：640到320，速度翻倍精度让步——应用：见工单starter与教师参考实现；FPS测量口径：纯推理vs含前后处理，先约定再比较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学法提示：每条知识都配'产线例子'，先例后理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技能线：能部署CPU预训练YOLO推理——应用：见工单starter与教师参考实现；能调阈值与尺寸并记录mAP和FPS——应用：见工单starter与教师参考实现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M3-2《YOLO实时缺陷检测（上）：基础实现》——本课工单即考核单元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世界职业院校技能大赛（人工智能赛道）——数据处理/模型赛项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本课在M1-M5全谱系中的位置已明确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岗课赛证四维坐标——带着目标进课堂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模型准确率(%)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4030435"/>
            <a:ext cx="1400000" cy="1369565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3470435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推理耗时(ms/条)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4943479"/>
            <a:ext cx="1400000" cy="456521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4383479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人工复核率(%)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数据来自虚拟产线——你训的模型就在处理这些数据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六步法：决策10→实施40→检查10→实施30→评价10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知识：检测=分类+定位：YOLO一次前向出全部候选框——应用：见工单starter与教师参考实现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能力：能部署CPU预训练YOLO推理——应用：见工单starter与教师参考实现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W11课前测①：本课工单M3-2的及格线是什么？（答：mAP≥0.60+FPS表完整）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W11课前测②：'检测头直观'用一句话说说你的理解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题目：W11课前测①：本课工单M3-2的及格线是什么？（答：mAP≥0.60+FPS表完整）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常见错误：背概念不看场景；模型题不看数据分布先猜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本课回收：考点会在知识卡与随堂自测中再次出现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目标：检测=分类+定位：YOLO一次前向出全部候选框——应用：见工单starter与教师参考实现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目标：能部署CPU预训练YOLO推理——应用：见工单starter与教师参考实现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怎么证：工单'功能40%'全项+指标达标+运行截图贴过程记录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达标线：代码能跑+指标达工单线=过关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目标：数据诚信与工程纪律（课程思政融入）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怎么养：指标不造假/随机种子可复现/调参留痕——每个工单都在练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达标线：实验可复现+提交记录连续=过关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产线节拍又升了。老周批了CPU算力：'实时检测，速度与精度你自己权衡。'工单M3-2：YOLO缺陷检测，阈值、输入尺寸与FPS的三方博弈。</a:t>
            </a:r>
          </a:p>
        </p:txBody>
      </p:sp>
      <p:pic>
        <p:nvPicPr>
          <p:cNvPr id="9" name="Picture 8" descr="W1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任务背景：产线节拍又升了。老周批了CPU算力：'实时检测，速度与精度你自己权衡。'工单M3-2：YOLO缺陷检测，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冲突点：数据量/模型选型/算力时限——手工做不完，必须建模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决策点：用什么模型？怎么验证？指标线定多少？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W11课前测①：本课工单M3-2的及格线是什么？（答：mAP≥0.60+FPS表完整）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W11课前测②：'检测头直观'用一句话说说你的理解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出现「FPS波动大」，你的排查顺序是？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原因是首帧含warmup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6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复述：检测=分类+定位：YOLO一次前向出全部候选框——应用：见工单starter与教师参考实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用自己的话讲给同桌——讲得清才算懂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剧情任务：产线节拍又升了。老周批了CPU算力：'实时检测，速度与精度你自己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检测=分类+定位：YOLO一次前向出全部候选框——应用：见工单starter与教师参考实现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知识应用（1）：检测=分类+定位：YOLO一次前向出全部候选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检测=分类+定位：YOLO一次前向出全部候选框。在两江智造产线上的用法：见工单starter与教师参考实现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置信度阈值：低阈值召回高但误检多，业务定夺——应用：见工单starter与教师参考实现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知识应用（2）：置信度阈值：低阈值召回高但误检多，业务定夺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置信度阈值：低阈值召回高但误检多，业务定夺。在两江智造产线上的用法：见工单starter与教师参考实现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输入尺寸：640到320，速度翻倍精度让步——应用：见工单starter与教师参考实现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知识应用（3）：输入尺寸：640到320，速度翻倍精度让步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输入尺寸：640到320，速度翻倍精度让步。在两江智造产线上的用法：见工单starter与教师参考实现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FPS测量口径：纯推理vs含前后处理，先约定再比较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mAP：多阈值下平均精度，统一测试集才有意义——应用：见工单starter与教师参考实现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知识应用（5）：mAP：多阈值下平均精度，统一测试集才有意义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mAP：多阈值下平均精度，统一测试集才有意义。在两江智造产线上的用法：见工单starter与教师参考实现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工程权衡三问：漏一个的代价？误一个的代价？节拍多少？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检测=分类+定位：YOLO一次前向出全部候选框——应用：见工单starter与教师参考实现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置信度阈值：低阈值召回高但误检多，业务定夺——应用：见工单starter与教师参考实现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输入尺寸：640到320，速度翻倍精度让步——应用：见工单starter与教师参考实现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FPS测量口径：纯推理vs含前后处理，先约定再比较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mAP：多阈值下平均精度，统一测试集才有意义——应用：见工单starter与教师参考实现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6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6.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工程权衡三问：漏一个的代价？误一个的代价？节拍多少？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648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要点1：检测=分类+定位：YOLO一次前向出全部候选框——应用：见工单starter与教师参考实现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要点2：置信度阈值：低阈值召回高但误检多，业务定夺——应用：见工单starter与教师参考实现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要点3：输入尺寸：640到320，速度翻倍精度让步——应用：见工单starter与教师参考实现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能部署CPU预训练YOLO推理——应用：见工单starter与教师参考实现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能调阈值与尺寸并记录mAP和FPS——应用：见工单starter与教师参考实现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能产出三方权衡报告——应用：见工单starter与教师参考实现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能做产线节拍适配建议——应用：见工单starter与教师参考实现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技能1：能部署CPU预训练YOLO推理——应用：见工单starter与教师参考实现 → 对应工单步骤，占功能分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技能2：能调阈值与尺寸并记录mAP和FPS——应用：见工单starter与教师参考实现 → 对应工单步骤，占功能分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技能3：能产出三方权衡报告——应用：见工单starter与教师参考实现 → 对应工单步骤，占功能分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技能4：能做产线节拍适配建议——应用：见工单starter与教师参考实现 → 对应工单步骤，占功能分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YOLO实时缺陷检测（上）：基础实现（实施要点）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回顾预习卡与微课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知识精讲（先例后理）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演示代码骨架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基础实现（D/C层保底）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小结+布置第2次课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关键代码：ONNX推理口径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import onnxruntime as ort, time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sess = ort.InferenceSession("yolo.onnx")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t0 = time.perf_counter()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out = sess.run(None, {"images": x})[0]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print("FPS≈", 1 / (time.perf_counter() - t0))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代码走读：《ONNX推理口径》逐段拆解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行1：import onnxruntime as ort, 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行2：sess = ort.InferenceSession("yolo.onnx")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行3：t0 = time.perf_counter()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行4：out = sess.run(None, {"images": x})[0]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行5：print("FPS≈", 1 / (time.perf_counter() - t0))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63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62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关键代码：阈值过滤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conf = out[4:].max(0)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keep = conf &gt; 0.4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boxes = xywh[keep]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代码走读：《阈值过滤》逐段拆解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行1：conf = out[4:].max(0)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行2：keep = conf &gt; 0.4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行3：boxes = xywh[keep]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本次课六步法流程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决策：定方案·选模型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实施一：数据+建模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检查：自检互查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实施二：调优+拓展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评价：当堂评分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课后：微课预习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六步法课堂化——每次课都知道现在在哪一步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700000"/>
            <a:ext cx="14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700000"/>
            <a:ext cx="14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300000"/>
            <a:ext cx="1400000" cy="2100000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7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700000"/>
            <a:ext cx="1400000" cy="7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本课术语表（听不懂时查这里）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术语①：检测=分类+定位——YOLO一次前向出全部候选框——应用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术语②：置信度阈值：低阈值召回高但误检多，业务定夺——应用：见工单starter与教师参考实现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术语③：能部署CPU预训练YOLO推理——应用：见工单starter与教师参考实现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用法：教师说术语→学生查表——第一周建立'术语-含义'反射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YOLO实时缺陷检测：备选方案决策矩阵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本课决策题：YOLO实时缺陷检测：备选方案决策矩阵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问②值吗——精度/耗时/可复现性三角权衡（工程账）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实施任务：工单M3-2《YOLO实时缺陷检测（上）：基础实现》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回顾预习卡与微课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知识精讲（先例后理）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演示代码骨架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基础实现（D/C层保底）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小结+布置第2次课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mAP≥0.60+FPS表完整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mAP≥0.75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默认参数推理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加载预训练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跑测试集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记录mAP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基线mAP有数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第1步：加载预训练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第2步：跑测试集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第3步：记录mAP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达标自检：基线mAP有数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双维扫描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阈值3档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尺寸2档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表化mAP和FPS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mAP≥0.60表完整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第1步：阈值3档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第2步：尺寸2档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第3步：表化mAP和FPS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达标自检：mAP≥0.60表完整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权衡报告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业务代价假设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选工作点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节拍适配建议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给出推荐点及理由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第1步：业务代价假设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第2步：选工作点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第3步：节拍适配建议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达标自检：给出推荐点及理由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速度冲优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ONNX量化半精度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对比加速比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精度损失可控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mAP≥0.75或加速≥50%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第1步：ONNX量化半精度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第2步：对比加速比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第3步：精度损失可控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达标自检：mAP≥0.75或加速≥50%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FPS波动大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首帧含warmup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先跑3帧预热再计时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框全叠一起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未做NMS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按类做非极大值抑制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mAP对不上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测试集口径不同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统一测试集与IoU0.5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102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运行时出现「FPS波动大」，你的排查顺序是？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原因是首帧含warmup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回顾预习卡与微课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知识精讲（先例后理）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演示代码骨架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基础实现（D/C层保底）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000" y="398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00" y="400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0000" y="392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小结+布置第2次课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步骤1先看工单样例再动手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步骤2先看工单样例再动手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步骤3先看工单样例再动手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102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D·学徒（≥60）：默认参数推理——跟做保底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C·操作员（≥70）：双维扫描——基础完成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B·组长（≥80）：权衡报告——标准达成+帮带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A·师傅（≥90）：速度冲优——进阶拓展+费曼讲解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102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步骤1：回顾预习卡与微课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步骤2：知识精讲（先例后理）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步骤3：演示代码骨架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步骤4：基础实现（D/C层保底）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步骤5：小结+布置第2次课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102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指标达标：准确率/F1/耗时对齐工单及格线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随机种子已固定（random_state=42）——结果可复现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文件命名：学号_姓名_工单号.py+模型文件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conda环境正确（提示符显示(ai48)）再运行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102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工单M3-2已发布，四层任务各自认领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102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提交物与评分（工单M3-2）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学号_姓名_M3-2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102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A层加餐：原理深挖（选读）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检测=分类+定位：YOLO一次前向出全部候选框——应用：见工单starter与教——背后是统计/优化原理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改一个参数跑对比实验——用数据说话，不凭感觉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边界在哪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什么场景会失效？——数据漂移/样本不平衡/泄漏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延伸阅读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微课深化版+多解法手册——A层自己挖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102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102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102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对齐预处理——同一scaler/归一化参数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102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M3-2任务书——步骤/及格线/评分细则都在里面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学生代码框架/w8_xxx_starter.py——TODO注释即步骤提示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102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102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102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分类模型+阈值规则——先自动化易判样本，人只复核疑难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M3-2的技能点即其最小实现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函数封装+管道化——可复用，B层路线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集成/调参/特征工程组合拳——冲指标，A层路线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先让它跑起来→再让它对→最后让它准（KISS原则）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不迷信黑盒——每个预测能说出'为什么'才敢上线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算力节约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CPU优先调优——绿色计算从课堂开始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模型抄袭=岗位上的'无证驾驶'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102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小步提交——调参每进一步就commit，回退不求人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102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本周：单点技能→下周：组合应用→W15：综合链路答辩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横向：M1数据→M2模型→M3视觉→M4大模型→M5智能体（全谱系）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纵向：证书线——1+X初级（M1-M3）→中级（M4）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岗位线：跟做学徒→独立调参→带组师傅→AI应用工程师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102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102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微课知识卡：能部署CPU预训练YOLO推理——应用：见工单starter与教（5分钟视频+导学单）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102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检测=分类+定位：YOLO一次前向出全部候选框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置信度阈值：低阈值召回高但误检多，业务定夺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输入尺寸：640到320，速度翻倍精度让步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102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指标+阈值结论+随机种子——三件套齐全可复现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只报一个准确率——无种子无阈值，跑第二遍就对不上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技术25%+素养15%两项就能差出40分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工业模型要给人信——复现不了的指标=没交付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102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YOLO实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时缺陷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检测=分类+定位：YOLO一次前向出全部候选框——应用：见工单starter与教师参考实现 · 置信度阈值：低阈值召回高但误检多，业务定夺——应用：见工单starter与教师参考实现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能部署CPU预训练YOLO推理——应用：见工单starter与教师参考实现 · 能调阈值与尺寸并记录mAP和FPS——应用：见工单starter与教师参考实现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FPS波动大 · 框全叠一起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工单M3-2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102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本周主题：能部署CPU预训练YOLO推理——应用：见工单starter与教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答辩预演（期末综合链路的彩排）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①30秒讲需求：这个模型解决什么问题、部署在哪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②60秒讲链路：数据→特征→模型→评估→部署（五段式）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④答辩礼仪：指着屏幕讲不念稿；被问住就说'课后验证'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从本周开始练——W15答辩=12周彩排的总和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102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运行截图：训练日志+指标输出同框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工单过程栏：步骤勾选+调参记录+自查记录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102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知识：检测=分类+定位：YOLO一次前向出全部；置信度阈值：低阈值召回高但误检多，业务定；输入尺寸：640到320，速度翻倍精度让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技能：能部署CPU预训练YOLO推理——应用：见工单starter与教师参考实现；能调阈值与尺寸并记录mAP和FPS——应用：见工单starter与教师参考实现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交付：工单M3-2《YOLO实时缺陷检测（上）：基础实现》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习惯：调参每进一步就commit——每周至少1次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102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睡前自查三问（30秒）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问①今天的核心概念能一句话说清吗？——说不清回看知识卡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问②工单步骤全部勾完了吗？——没勾的明早第一件事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问③Git推送今天做了吗？——每周至少1次，工程素养分依据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三问通过=今天闭环；明天从微课开始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102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按前缀写：feat:完成W11工单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102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ai48——提示符变(ai48)才对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102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102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102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下次课预告（第12周）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能调用本地LLM服务完成诊断问答——应用：见工单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W11课前测①：本课工单M3-2的及格线是什么？（答：mAP≥0.60+FPS表完整）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W11-第15次课-YOLO实时缺陷检测（上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