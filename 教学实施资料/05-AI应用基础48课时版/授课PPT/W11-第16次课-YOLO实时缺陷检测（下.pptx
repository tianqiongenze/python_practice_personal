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开场30秒：《YOLO实时缺陷检测（下）：优化与评价》，80分钟=2课时×40分钟。课前已发工单+微课知识卡。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情境说书30秒：产线节拍又升了。老周批了CPU算力：'实时检测，速度与精度你自己权衡。'工单M3-2：YOLO缺陷检测，阈值、输入尺寸与…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知识卡1：检测=分类+定位：YOLO一次前向出全部候选框——应用：见工…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知识卡2：置信度阈值：低阈值召回高但误检多，业务定夺——应用：见工单s…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知识卡3：输入尺寸：640到320，速度翻倍精度让步——应用：见工单s…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知识卡4：FPS测量口径：纯推理vs含前后处理，先约定再比较…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知识卡5：mAP：多阈值下平均精度，统一测试集才有意义——应用：见工单…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知识卡6：工程权衡三问：漏一个的代价？误一个的代价？节拍多少？…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演示《ONNX推理口径》：跑通→逐行→改参数（演的核心素材）。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演示《阈值过滤》：跑通→逐行→改参数（演的核心素材）。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工单发布：'设备智能运维中心工单M3-2'——及格线mAP≥0.60+FPS表完整。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错误速查：现场制造「FPS波动大」带学生三步排查。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项目5 大模型·视觉应用 | 预习知识点：YOLO检测原理(边界框/置信度)；mAP与FPS | 课中检查知识点：CPU实时检测mAP≥0.70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YOLO实时缺陷检测（下）：优化与评价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第11周 · 第16次课（2课时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YOLO实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时缺陷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 · 置信度阈值：低阈值召回高但误检多，业务定夺——应用：见工单starter与教师参考实现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输入尺寸：640到320，速度翻倍精度让步——应用：见工单starter与教师参考实现 · FPS测量口径：纯推理vs含前后处理，先约定再比较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 · 能调阈值与尺寸并记录mAP和FPS——应用：见工单starter与教师参考实现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基础知识线：检测=分类+定位：YOLO一次前向出全部候选框——应用：见工单starter与教师参考实现；置信度阈值：低阈值召回高但误检多，业务定夺——应用：见工单starter与教师参考实现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继续夯实线：输入尺寸：640到320，速度翻倍精度让步——应用：见工单starter与教师参考实现；FPS测量口径：纯推理vs含前后处理，先约定再比较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技能线：能部署CPU预训练YOLO推理——应用：见工单starter与教师参考实现；能调阈值与尺寸并记录mAP和FPS——应用：见工单starter与教师参考实现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M3-2《YOLO实时缺陷检测（下）：优化与评价》——本课工单即考核单元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知识：检测=分类+定位：YOLO一次前向出全部候选框——应用：见工单starter与教师参考实现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能力：能部署CPU预训练YOLO推理——应用：见工单starter与教师参考实现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W11课中查①：'FPS波动大'这个报错怎么排查？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W11课中查②：优秀线mAP≥0.75你打算怎么冲？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题目：W11课中查①：'FPS波动大'这个报错怎么排查？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目标：检测=分类+定位：YOLO一次前向出全部候选框——应用：见工单starter与教师参考实现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目标：能部署CPU预训练YOLO推理——应用：见工单starter与教师参考实现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产线节拍又升了。老周批了CPU算力：'实时检测，速度与精度你自己权衡。'工单M3-2：YOLO缺陷检测，阈值、输入尺寸与FPS的三方博弈。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任务背景：产线节拍又升了。老周批了CPU算力：'实时检测，速度与精度你自己权衡。'工单M3-2：YOLO缺陷检测，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W11课中查①：'FPS波动大'这个报错怎么排查？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W11课中查②：优秀线mAP≥0.75你打算怎么冲？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出现「FPS波动大」，你的排查顺序是？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原因是首帧含warmup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复述：检测=分类+定位：YOLO一次前向出全部候选框——应用：见工单starter与教师参考实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剧情任务：产线节拍又升了。老周批了CPU算力：'实时检测，速度与精度你自己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知识应用（1）：检测=分类+定位：YOLO一次前向出全部候选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检测=分类+定位：YOLO一次前向出全部候选框。在两江智造产线上的用法：见工单starter与教师参考实现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置信度阈值：低阈值召回高但误检多，业务定夺——应用：见工单starter与教师参考实现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知识应用（2）：置信度阈值：低阈值召回高但误检多，业务定夺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置信度阈值：低阈值召回高但误检多，业务定夺。在两江智造产线上的用法：见工单starter与教师参考实现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输入尺寸：640到320，速度翻倍精度让步——应用：见工单starter与教师参考实现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知识应用（3）：输入尺寸：640到320，速度翻倍精度让步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输入尺寸：640到320，速度翻倍精度让步。在两江智造产线上的用法：见工单starter与教师参考实现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FPS测量口径：纯推理vs含前后处理，先约定再比较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mAP：多阈值下平均精度，统一测试集才有意义——应用：见工单starter与教师参考实现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知识应用（5）：mAP：多阈值下平均精度，统一测试集才有意义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mAP：多阈值下平均精度，统一测试集才有意义。在两江智造产线上的用法：见工单starter与教师参考实现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工程权衡三问：漏一个的代价？误一个的代价？节拍多少？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置信度阈值：低阈值召回高但误检多，业务定夺——应用：见工单starter与教师参考实现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输入尺寸：640到320，速度翻倍精度让步——应用：见工单starter与教师参考实现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FPS测量口径：纯推理vs含前后处理，先约定再比较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mAP：多阈值下平均精度，统一测试集才有意义——应用：见工单starter与教师参考实现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工程权衡三问：漏一个的代价？误一个的代价？节拍多少？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要点1：检测=分类+定位：YOLO一次前向出全部候选框——应用：见工单starter与教师参考实现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要点2：置信度阈值：低阈值召回高但误检多，业务定夺——应用：见工单starter与教师参考实现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要点3：输入尺寸：640到320，速度翻倍精度让步——应用：见工单starter与教师参考实现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能调阈值与尺寸并记录mAP和FPS——应用：见工单starter与教师参考实现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能产出三方权衡报告——应用：见工单starter与教师参考实现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能做产线节拍适配建议——应用：见工单starter与教师参考实现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技能1：能部署CPU预训练YOLO推理——应用：见工单starter与教师参考实现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技能2：能调阈值与尺寸并记录mAP和FPS——应用：见工单starter与教师参考实现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技能3：能产出三方权衡报告——应用：见工单starter与教师参考实现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技能4：能做产线节拍适配建议——应用：见工单starter与教师参考实现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YOLO实时缺陷检测（下）：优化与评价（实施要点）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关键代码：ONNX推理口径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onnxruntime as ort, time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sess = ort.InferenceSession("yolo.onnx")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t0 = time.perf_counter()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out = sess.run(None, {"images": x})[0]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print("FPS≈", 1 / (time.perf_counter() - t0))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代码走读：《ONNX推理口径》逐段拆解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行1：import onnxruntime as ort,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行2：sess = ort.InferenceSession("yolo.onnx")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行3：t0 = time.perf_counter()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行4：out = sess.run(None, {"images": x})[0]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行5：print("FPS≈", 1 / (time.perf_counter() - t0))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关键代码：阈值过滤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conf = out[4:].max(0)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keep = conf &gt; 0.4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boxes = xywh[keep]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代码走读：《阈值过滤》逐段拆解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行1：conf = out[4:].max(0)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行2：keep = conf &gt; 0.4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行3：boxes = xywh[keep]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术语①：检测=分类+定位——YOLO一次前向出全部候选框——应用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术语②：置信度阈值：低阈值召回高但误检多，业务定夺——应用：见工单starter与教师参考实现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术语③：能部署CPU预训练YOLO推理——应用：见工单starter与教师参考实现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YOLO实时缺陷检测：备选方案决策矩阵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本课决策题：YOLO实时缺陷检测：备选方案决策矩阵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实施任务：工单M3-2《YOLO实时缺陷检测（下）：优化与评价》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mAP≥0.60+FPS表完整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mAP≥0.75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默认参数推理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跑测试集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基线mAP有数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第1步：加载预训练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第2步：跑测试集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达标自检：基线mAP有数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双维扫描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阈值3档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尺寸2档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表化mAP和FPS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mAP≥0.60表完整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第1步：阈值3档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第2步：尺寸2档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第3步：表化mAP和FPS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达标自检：mAP≥0.60表完整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权衡报告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业务代价假设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选工作点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节拍适配建议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给出推荐点及理由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第1步：业务代价假设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第2步：选工作点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第3步：节拍适配建议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达标自检：给出推荐点及理由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速度冲优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ONNX量化半精度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对比加速比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精度损失可控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mAP≥0.75或加速≥50%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第1步：ONNX量化半精度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第2步：对比加速比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第3步：精度损失可控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达标自检：mAP≥0.75或加速≥50%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FPS波动大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首帧含warmup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先跑3帧预热再计时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框全叠一起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未做NMS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按类做非极大值抑制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mAP对不上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测试集口径不同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统一测试集与IoU0.5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运行时出现「FPS波动大」，你的排查顺序是？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原因是首帧含warmup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错误速查复盘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优化冲刺（B/A层）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三层质检互查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当堂评分与反馈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下次课预告+微课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D·学徒（≥60）：默认参数推理——跟做保底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C·操作员（≥70）：双维扫描——基础完成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B·组长（≥80）：权衡报告——标准达成+帮带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A·师傅（≥90）：速度冲优——进阶拓展+费曼讲解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工单M3-2已发布，四层任务各自认领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学生代码框架/w8_xxx_starter.py——TODO注释即步骤提示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微课知识卡：能部署CPU预训练YOLO推理——应用：见工单starter与教（5分钟视频+导学单）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检测=分类+定位：YOLO一次前向出全部候选框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置信度阈值：低阈值召回高但误检多，业务定夺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输入尺寸：640到320，速度翻倍精度让步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YOLO实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时缺陷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 · 置信度阈值：低阈值召回高但误检多，业务定夺——应用：见工单starter与教师参考实现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 · 能调阈值与尺寸并记录mAP和FPS——应用：见工单starter与教师参考实现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FPS波动大 · 框全叠一起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工单M3-2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本周主题：能部署CPU预训练YOLO推理——应用：见工单starter与教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知识：检测=分类+定位：YOLO一次前向出全部；置信度阈值：低阈值召回高但误检多，业务定；输入尺寸：640到320，速度翻倍精度让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技能：能部署CPU预训练YOLO推理——应用：见工单starter与教师参考实现；能调阈值与尺寸并记录mAP和FPS——应用：见工单starter与教师参考实现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交付：工单M3-2《YOLO实时缺陷检测（下）：优化与评价》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按前缀写：feat:完成W11工单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能调用本地LLM服务完成诊断问答——应用：见工单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W11课中查①：'FPS波动大'这个报错怎么排查？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W11-第16次课-YOLO实时缺陷检测（下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