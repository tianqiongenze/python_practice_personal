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开场30秒：《MLP神经网络（上）：基础实现》，80分钟=2课时×40分钟。课前已发工单+微课知识卡。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产业数据卡：学的技能=产线的数字。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情境说书30秒：第一个神经网络。王主任路过看你屏幕：'这堆圈圈连线，比我闺女画的还乱。'林工笑：'乱中有序——每个圈都在学。'工单M2-…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随堂自测三题：先答后揭晓，答对记过程分。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知识卡1：神经元=加权求和+激活；MLP=多层堆叠学非线性边界…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知识卡2：激活函数ReLU：负半轴归零，梯度不饱和——应用：见工单st…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知识卡3：前向传播算输出、反向传播调权重（只讲直觉不推公式）…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知识卡4：过拟合三信号：训练损失降验证损失升、gap持续拉大…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知识卡5：两大药方：Dropout随机失活与EarlyStopping…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知识卡6：损失曲线是听诊器：先看曲线再动手改结构——应用：见工单sta…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演示《MLP骨架》：跑通→逐行→改参数（演的核心素材）。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演示《损失曲线》：跑通→逐行→改参数（演的核心素材）。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工单发布：'设备智能运维中心工单M2-3a'——及格线准确率≥75%。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错误速查：现场制造「loss为nan」带学生三步排查。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项目4 深度学习 | 预习知识点：神经网络结构(层/节点/激活)；MLP与反向传播直观 | 课中检查知识点：能看懂学习曲线；会用early stopping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MLP神经网络（上）：基础实现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第8周 · 第9次课（2课时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MLP神经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网络（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神经元=加权求和+激活；MLP=多层堆叠学非线性边界 · 激活函数ReLU：负半轴归零，梯度不饱和——应用：见工单starter与教师参考实现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前向传播算输出、反向传播调权重（只讲直觉不推公式） · 过拟合三信号：训练损失降验证损失升、gap持续拉大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能搭建并训练MLP分类器——应用：见工单starter与教师参考实现 · 能读懂训练验证损失曲线——应用：见工单starter与教师参考实现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基础知识线：神经元=加权求和+激活；MLP=多层堆叠学非线性边界；激活函数ReLU：负半轴归零，梯度不饱和——应用：见工单starter与教师参考实现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继续夯实线：前向传播算输出、反向传播调权重（只讲直觉不推公式）；过拟合三信号：训练损失降验证损失升、gap持续拉大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学法提示：每条知识都配'产线例子'，先例后理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技能线：能搭建并训练MLP分类器——应用：见工单starter与教师参考实现；能读懂训练验证损失曲线——应用：见工单starter与教师参考实现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M2-3a《MLP神经网络（上）：基础实现》——本课工单即考核单元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本课在M1-M5全谱系中的位置已明确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岗课赛证四维坐标——带着目标进课堂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模型准确率(%)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4030435"/>
            <a:ext cx="1400000" cy="1369565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3470435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推理耗时(ms/条)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4943479"/>
            <a:ext cx="1400000" cy="456521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438347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人工复核率(%)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数据来自虚拟产线——你训的模型就在处理这些数据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六步法：决策10→实施40→检查10→实施30→评价10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知识：神经元=加权求和+激活；MLP=多层堆叠学非线性边界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能力：能搭建并训练MLP分类器——应用：见工单starter与教师参考实现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W8课前测①：本课工单M2-3a的及格线是什么？（答：准确率≥75%）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W8课前测②：'网络结构/激活函数'用一句话说说你的理解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题目：W8课前测①：本课工单M2-3a的及格线是什么？（答：准确率≥75%）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目标：神经元=加权求和+激活；MLP=多层堆叠学非线性边界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目标：能搭建并训练MLP分类器——应用：见工单starter与教师参考实现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第一个神经网络。王主任路过看你屏幕：'这堆圈圈连线，比我闺女画的还乱。'林工笑：'乱中有序——每个圈都在学。'工单M2-3a：MLP读懂振动频谱，看清过拟合长什么样。</a:t>
            </a:r>
          </a:p>
        </p:txBody>
      </p:sp>
      <p:pic>
        <p:nvPicPr>
          <p:cNvPr id="9" name="Picture 8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任务背景：第一个神经网络。王主任路过看你屏幕：'这堆圈圈连线，比我闺女画的还乱。'林工笑：'乱中有序——每个圈都在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W8课前测①：本课工单M2-3a的及格线是什么？（答：准确率≥75%）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W8课前测②：'网络结构/激活函数'用一句话说说你的理解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出现「loss为nan」，你的排查顺序是？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原因是学习率过大或未标准化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6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复述：神经元=加权求和+激活；MLP=多层堆叠学非线性边界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用自己的话讲给同桌——讲得清才算懂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剧情任务：第一个神经网络。王主任路过看你屏幕：'这堆圈圈连线，比我闺女画的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神经元=加权求和+激活；MLP=多层堆叠学非线性边界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激活函数ReLU：负半轴归零，梯度不饱和——应用：见工单starter与教师参考实现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知识应用（2）：激活函数ReLU：负半轴归零，梯度不饱和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激活函数ReLU：负半轴归零，梯度不饱和。在两江智造产线上的用法：见工单starter与教师参考实现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前向传播算输出、反向传播调权重（只讲直觉不推公式）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过拟合三信号：训练损失降验证损失升、gap持续拉大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两大药方：Dropout随机失活与EarlyStopping及时止损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损失曲线是听诊器：先看曲线再动手改结构——应用：见工单starter与教师参考实现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知识应用（6）：损失曲线是听诊器：先看曲线再动手改结构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损失曲线是听诊器：先看曲线再动手改结构。在两江智造产线上的用法：见工单starter与教师参考实现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神经元=加权求和+激活；MLP=多层堆叠学非线性边界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激活函数ReLU：负半轴归零，梯度不饱和——应用：见工单starter与教师参考实现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前向传播算输出、反向传播调权重（只讲直觉不推公式）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过拟合三信号：训练损失降验证损失升、gap持续拉大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两大药方：Dropout随机失活与EarlyStopping及时止损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损失曲线是听诊器：先看曲线再动手改结构——应用：见工单starter与教师参考实现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要点1：神经元=加权求和+激活；MLP=多层堆叠学非线性边界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要点2：激活函数ReLU：负半轴归零，梯度不饱和——应用：见工单starter与教师参考实现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要点3：前向传播算输出、反向传播调权重（只讲直觉不推公式）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能搭建并训练MLP分类器——应用：见工单starter与教师参考实现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能读懂训练验证损失曲线——应用：见工单starter与教师参考实现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能用Dropout与早停治过拟合——应用：见工单starter与教师参考实现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能写结构决策记录——应用：见工单starter与教师参考实现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技能1：能搭建并训练MLP分类器——应用：见工单starter与教师参考实现 → 对应工单步骤，占功能分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技能2：能读懂训练验证损失曲线——应用：见工单starter与教师参考实现 → 对应工单步骤，占功能分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技能3：能用Dropout与早停治过拟合——应用：见工单starter与教师参考实现 → 对应工单步骤，占功能分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技能4：能写结构决策记录——应用：见工单starter与教师参考实现 → 对应工单步骤，占功能分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MLP神经网络（上）：基础实现（实施要点）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回顾预习卡与微课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知识精讲（先例后理）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演示代码骨架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基础实现（D/C层保底）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小结+布置第2次课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关键代码：MLP骨架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sklearn.neural_network import MLPClassifier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mlp = MLPClassifier(hidden_layer_sizes=(64, 32), early_stopping=True).fit(X_tr, y_tr)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print("test acc:", mlp.score(X_te, y_te))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代码走读：《MLP骨架》逐段拆解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行1：from sklearn.neural_network import MLPClassifier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行2：mlp = MLPClassifier(hidden_layer_sizes=(64, 32), ear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行3：print("test acc:", mlp.score(X_te, y_te))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关键代码：损失曲线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h = model.fit(X_tr, y_tr, validation_split=.2, epochs=100,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callbacks=[EarlyStopping(patience=5)])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plt.plot(h.history["loss"], label="train"); plt.plot(h.history["val_loss"], label="val"); plt.legend()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代码走读：《损失曲线》逐段拆解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行1：h = model.fit(X_tr, y_tr, validation_split=.2, epoch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行2：callbacks=[EarlyStopping(patience=5)])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行3：plt.plot(h.history["loss"], label="train"); plt.plot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本课术语表（听不懂时查这里）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术语①：神经元=加权求和+激活；MLP=多层堆叠学非线性——神经元=加权求和+激活；MLP=多层堆叠学非线性边界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术语②：激活函数ReLU：负半轴归零，梯度不饱和——应用：见工单starter与教师参考实现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术语③：能搭建并训练MLP分类器——应用：见工单starter与教师参考实现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用法：教师说术语→学生查表——第一周建立'术语-含义'反射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MLP神经网络：备选方案决策矩阵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本课决策题：MLP神经网络：备选方案决策矩阵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实施任务：工单M2-3a《MLP神经网络（上）：基础实现》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准确率≥75%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准确率≥85%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跑通模板MLP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两层全连接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fit看accuracy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打印最终值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模板可运行出指标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第1步：两层全连接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第2步：fit看accuracy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第3步：打印最终值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达标自检：模板可运行出指标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曲线诊断报告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History取loss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双曲线画图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标注过拟合点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准确率≥75%图完整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第1步：History取loss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第2步：双曲线画图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第3步：标注过拟合点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达标自检：准确率≥75%图完整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药方有效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加Dropout0.3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EarlyStopping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前后对比曲线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gap收窄且指标不降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第1步：加Dropout0.3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第2步：EarlyStopping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第3步：前后对比曲线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达标自检：gap收窄且指标不降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小结构搜索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宽度16/32/64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深度1/2/3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表加结论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找到性价比最优结构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第1步：宽度16/32/64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第2步：深度1/2/3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第3步：表加结论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达标自检：找到性价比最优结构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loss为nan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学习率过大或未标准化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StandardScaler加lr调小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训练不动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特征量纲悬殊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先标准化再进网络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早停太早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patience过小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patience取5到10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运行时出现「loss为nan」，你的排查顺序是？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原因是学习率过大或未标准化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回顾预习卡与微课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知识精讲（先例后理）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演示代码骨架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基础实现（D/C层保底）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小结+布置第2次课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D·学徒（≥60）：跑通模板MLP——跟做保底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C·操作员（≥70）：曲线诊断报告——基础完成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B·组长（≥80）：药方有效——标准达成+帮带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A·师傅（≥90）：小结构搜索——进阶拓展+费曼讲解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步骤1：回顾预习卡与微课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步骤2：知识精讲（先例后理）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步骤3：演示代码骨架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步骤4：基础实现（D/C层保底）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步骤5：小结+布置第2次课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工单M2-3a已发布，四层任务各自认领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提交物与评分（工单M2-3a）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学号_姓名_M2-3a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神经元=加权求和+激活；MLP=多层堆叠学非线性边界——背后是统计/优化原理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100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100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100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M2-3a任务书——步骤/及格线/评分细则都在里面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学生代码框架/w5_xxx_starter.py——TODO注释即步骤提示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100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M2-3a的技能点即其最小实现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100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小步提交——调参每进一步就commit，回退不求人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本周：单点技能→下周：组合应用→W15：综合链路答辩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横向：M1数据→M2模型→M3视觉→M4大模型→M5智能体（全谱系）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纵向：证书线——1+X初级（M1-M3）→中级（M4）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岗位线：跟做学徒→独立调参→带组师傅→AI应用工程师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100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微课知识卡：能搭建并训练MLP分类器——应用：见工单starter与教师参考（5分钟视频+导学单）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100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神经元=加权求和+激活；MLP=多层堆叠学非线性边界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激活函数ReLU：负半轴归零，梯度不饱和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前向传播算输出、反向传播调权重（只讲直觉不推公式）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100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指标+阈值结论+随机种子——三件套齐全可复现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只报一个准确率——无种子无阈值，跑第二遍就对不上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技术25%+素养15%两项就能差出40分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工业模型要给人信——复现不了的指标=没交付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100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MLP神经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网络（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神经元=加权求和+激活；MLP=多层堆叠学非线性边界 · 激活函数ReLU：负半轴归零，梯度不饱和——应用：见工单starter与教师参考实现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能搭建并训练MLP分类器——应用：见工单starter与教师参考实现 · 能读懂训练验证损失曲线——应用：见工单starter与教师参考实现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loss为nan · 训练不动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工单M2-3a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100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本周主题：能搭建并训练MLP分类器——应用：见工单starter与教师参考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答辩预演（期末综合链路的彩排）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①30秒讲需求：这个模型解决什么问题、部署在哪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②60秒讲链路：数据→特征→模型→评估→部署（五段式）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④答辩礼仪：指着屏幕讲不念稿；被问住就说'课后验证'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从本周开始练——W15答辩=12周彩排的总和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运行截图：训练日志+指标输出同框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工单过程栏：步骤勾选+调参记录+自查记录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100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知识：神经元=加权求和+激活；MLP=多层堆叠；激活函数ReLU：负半轴归零，梯度不饱和；前向传播算输出、反向传播调权重（只讲直觉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技能：能搭建并训练MLP分类器——应用：见工单starter与教师参考实现；能读懂训练验证损失曲线——应用：见工单starter与教师参考实现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交付：工单M2-3a《MLP神经网络（上）：基础实现》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100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100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按前缀写：feat:完成W8工单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ai48——提示符变(ai48)才对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100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100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100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下次课预告（第9周）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能按题完成CNN或LSTM建模——应用：见工单s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W8课前测①：本课工单M2-3a的及格线是什么？（答：准确率≥75%）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W08-第9次课-MLP神经网络（上）：基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