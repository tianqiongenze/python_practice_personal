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开场30秒：《特征设计与优化（下）：优化与评价》，80分钟=2课时×40分钟。课前已发工单+微课知识卡。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产业数据卡：学的技能=产线的数字。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情境说书30秒：数据洗净了，林工却摇头：'同样的模型，好特征胜过换模型。'他递来一张特征字典模板：'从振动里造出10个特征，让我看见你的…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随堂自测三题：先答后揭晓，答对记过程分。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知识卡1：特征=给模型的体检指标：时域（均值/峰值/RMS）与频域（主…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知识卡2：特征字典：名称/公式/物理意义/取值范围四栏缺一不可…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知识卡3：相关性初筛：|r|&gt;0.95的特征对留一个即可（冗余）…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知识卡4：特征重要性（树模型feature_importances_）…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知识卡5：好特征胜过换模型：同模型下特征带来的增益常大于算法升级…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知识卡6：特征泄漏预警：用了未来才知道的列，线下虚高线上翻车…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演示《时域特征》：跑通→逐行→改参数（演的核心素材）。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演示《重要性排序》：跑通→逐行→改参数（演的核心素材）。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工单发布：'设备智能运维中心工单M1-1b'——及格线特征≥10个且字典完整。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错误速查：现场制造「resample报错」带学生三步排查。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预习知识点：EDA探索；特征构造(差值/比值/统计量)；特征重要性 | 课中检查知识点：能造≥10个特征并用重要性证明价值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特征设计与优化（下）：优化与评价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第5周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98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98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98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相关性初筛：|r|&gt;0.95的特征对留一个即可（冗余） · 特征重要性（树模型feature_importances_）：让数据投票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基础知识线：特征=给模型的体检指标：时域（均值/峰值/RMS）与频域（主频/带宽）；特征字典：名称/公式/物理意义/取值范围四栏缺一不可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继续夯实线：相关性初筛：|r|&gt;0.95的特征对留一个即可（冗余）；特征重要性（树模型feature_importances_）：让数据投票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学法提示：每条知识都配'产线例子'，先例后理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M1-1b《特征设计与优化（下）：优化与评价》——本课工单即考核单元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98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本课在M1-M5全谱系中的位置已明确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岗课赛证四维坐标——带着目标进课堂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98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98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模型准确率(%)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4030435"/>
            <a:ext cx="1400000" cy="1369565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3470435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推理耗时(ms/条)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4943479"/>
            <a:ext cx="1400000" cy="456521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4383479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人工复核率(%)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数据来自虚拟产线——你训的模型就在处理这些数据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98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六步法：决策10→实施40→检查10→实施30→评价10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98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98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98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W5课中查①：'resample报错'这个报错怎么排查？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W5课中查②：优秀线特征-30%性能不降你打算怎么冲？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98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题目：W5课中查①：'resample报错'这个报错怎么排查？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98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98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98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98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数据洗净了，林工却摇头：'同样的模型，好特征胜过换模型。'他递来一张特征字典模板：'从振动里造出10个特征，让我看见你的巧思。'工单M1-1b：EDA+特征工程，用特征重要性证明你的设计值钱。</a:t>
            </a:r>
          </a:p>
        </p:txBody>
      </p:sp>
      <p:pic>
        <p:nvPicPr>
          <p:cNvPr id="9" name="Picture 8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98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任务背景：数据洗净了，林工却摇头：'同样的模型，好特征胜过换模型。'他递来一张特征字典模板：'从振动里造出10个特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98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W5课中查①：'resample报错'这个报错怎么排查？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W5课中查②：优秀线特征-30%性能不降你打算怎么冲？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98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出现「resample报错」，你的排查顺序是？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98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6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复述：特征=给模型的体检指标：时域（均值/峰值/RMS）与频域（主频/带宽）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用自己的话讲给同桌——讲得清才算懂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98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剧情任务：数据洗净了，林工却摇头：'同样的模型，好特征胜过换模型。'他递来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98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98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98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98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98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98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98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98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特征字典：名称/公式/物理意义/取值范围四栏缺一不可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相关性初筛：|r|&gt;0.95的特征对留一个即可（冗余）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特征重要性（树模型feature_importances_）：让数据投票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好特征胜过换模型：同模型下特征带来的增益常大于算法升级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特征泄漏预警：用了未来才知道的列，线下虚高线上翻车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98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要点2：特征字典：名称/公式/物理意义/取值范围四栏缺一不可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要点3：相关性初筛：|r|&gt;0.95的特征对留一个即可（冗余）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98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能写规范特征字典——应用：见工单starter与教师参考实现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能用重要性排序精选子集——应用：见工单starter与教师参考实现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能做A/B对比证明特征价值——应用：见工单starter与教师参考实现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98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技能1：能从振动序列构造≥10个特征——应用：见工单starter与教师参考实现 → 对应工单步骤，占功能分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技能2：能写规范特征字典——应用：见工单starter与教师参考实现 → 对应工单步骤，占功能分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技能3：能用重要性排序精选子集——应用：见工单starter与教师参考实现 → 对应工单步骤，占功能分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技能4：能做A/B对比证明特征价值——应用：见工单starter与教师参考实现 → 对应工单步骤，占功能分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98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98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关键代码：时域特征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 = df.set_index("ts").resample("10min")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 = g.agg(["mean", "max", "std"])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feat["rms"] = (df["vib"] ** 2).resample("10min").mean() ** .5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98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代码走读：《时域特征》逐段拆解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行1：g = df.set_index("ts").resample("10min")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行2：feat = g.agg(["mean", "max", "std"])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行3：feat["rms"] = (df["vib"] ** 2).resample("10min").mea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98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关键代码：重要性排序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rf = RandomForestClassifier(n_estimators=100).fit(X, y)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 = pd.Series(rf.feature_importances_, index=X.columns).sort_values()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98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代码走读：《重要性排序》逐段拆解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行1：from sklearn.ensemble import RandomForestClassifier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行2：rf = RandomForestClassifier(n_estimators=100).fit(X,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行3：imp = pd.Series(rf.feature_importances_, index=X.col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98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98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98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术语①：特征=给模型的体检指标——时域（均值/峰值/RMS）与频域（主频/带宽）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术语②：特征字典：名称/公式/物理意义/取值范围四栏缺一不可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术语③：能从振动序列构造≥10个特征——应用：见工单starter与教师参考实现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98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98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特征设计与优化：备选方案决策矩阵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98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本课决策题：特征设计与优化：备选方案决策矩阵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98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实施任务：工单M1-1b《特征设计与优化（下）：优化与评价》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特征≥10个且字典完整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特征-30%性能不降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98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跟做5个时域特征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groupby窗口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算mean/max/std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拼成特征表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5特征表能跑通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98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第1步：groupby窗口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第2步：算mean/max/std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第3步：拼成特征表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达标自检：5特征表能跑通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98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10特征加字典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补RMS峰峰值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加频域主频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字典四栏填全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≥10特征且字典完整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98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第1步：补RMS峰峰值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第2步：加频域主频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第3步：字典四栏填全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达标自检：≥10特征且字典完整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98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精选子集A/B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重要性排序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取Top-k做A/B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记录性能数量曲线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特征-30%性能不降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98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第1步：重要性排序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第2步：取Top-k做A/B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第3步：记录性能数量曲线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达标自检：特征-30%性能不降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98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业务洞察特征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结合泵机理造新特征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如温升速率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验证增益并写洞察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新特征进Top3且有物理解释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第1步：结合泵机理造新特征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第2步：如温升速率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第3步：验证增益并写洞察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达标自检：新特征进Top3且有物理解释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98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resample报错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set_index后或parse_dates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特征全0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窗口内数据缺失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先做W1清洗再回填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重要性集中1个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存在泄漏列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检查是否用了标签衍生信息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98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运行时出现「resample报错」，你的排查顺序是？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原因是ts不是DatetimeIndex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98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错误速查复盘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优化冲刺（B/A层）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三层质检互查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当堂评分与反馈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下次课预告+微课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98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D·学徒（≥60）：跟做5个时域特征——跟做保底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C·操作员（≥70）：10特征加字典——基础完成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B·组长（≥80）：精选子集A/B——标准达成+帮带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A·师傅（≥90）：业务洞察特征——进阶拓展+费曼讲解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98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步骤5：下次课预告+微课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98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98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工单M1-1b已发布，四层任务各自认领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98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98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98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提交物与评分（工单M1-1b）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学号_姓名_M1-1b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98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98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98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98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98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学生代码框架/w2_xxx_starter.py——TODO注释即步骤提示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98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98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98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M1-1b的技能点即其最小实现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98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98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98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小步提交——调参每进一步就commit，回退不求人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98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本周：单点技能→下周：组合应用→W15：综合链路答辩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横向：M1数据→M2模型→M3视觉→M4大模型→M5智能体（全谱系）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纵向：证书线——1+X初级（M1-M3）→中级（M4）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岗位线：跟做学徒→独立调参→带组师傅→AI应用工程师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98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98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微课知识卡：能从振动序列构造≥10个特征——应用：见工单starter与教师（5分钟视频+导学单）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98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特征=给模型的体检指标：时域（均值/峰值/RMS）与频域（主频/带宽）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特征字典：名称/公式/物理意义/取值范围四栏缺一不可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相关性初筛：|r|&gt;0.95的特征对留一个即可（冗余）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98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指标+阈值结论+随机种子——三件套齐全可复现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只报一个准确率——无种子无阈值，跑第二遍就对不上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技术25%+素养15%两项就能差出40分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工业模型要给人信——复现不了的指标=没交付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98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特征设计与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优化（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特征=给模型的体检指标：时域（均值/峰值/RMS）与频域（主频/带宽） · 特征字典：名称/公式/物理意义/取值范围四栏缺一不可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能从振动序列构造≥10个特征——应用：见工单starter与教师参考实现 · 能写规范特征字典——应用：见工单starter与教师参考实现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resample报错 · 特征全0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工单M1-1b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98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98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本周主题：能从振动序列构造≥10个特征——应用：见工单starter与教师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98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答辩预演（期末综合链路的彩排）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①30秒讲需求：这个模型解决什么问题、部署在哪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②60秒讲链路：数据→特征→模型→评估→部署（五段式）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④答辩礼仪：指着屏幕讲不念稿；被问住就说'课后验证'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从本周开始练——W15答辩=12周彩排的总和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98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运行截图：训练日志+指标输出同框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工单过程栏：步骤勾选+调参记录+自查记录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98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知识：特征=给模型的体检指标：时域（均值/峰值；特征字典：名称/公式/物理意义/取值范围；相关性初筛：|r|&gt;0.95的特征对留一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技能：能从振动序列构造≥10个特征——应用：见工单starter与教师参考实现；能写规范特征字典——应用：见工单starter与教师参考实现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交付：工单M1-1b《特征设计与优化（下）：优化与评价》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98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98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按前缀写：feat:完成W5工单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98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ai48——提示符变(ai48)才对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98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98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98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下次课预告（第6周）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能跑通LR与决策树双模型——应用：见工单star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W5课中查①：'resample报错'这个报错怎么排查？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W05-第4次课-特征设计与优化（下）：优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