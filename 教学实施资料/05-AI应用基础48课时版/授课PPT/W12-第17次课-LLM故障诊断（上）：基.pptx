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开场30秒：《LLM故障诊断（上）：基础实现》，80分钟=2课时×40分钟。课前已发工单+微课知识卡。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议程页30秒：指读分钟归属，强调课前已完成资讯计划。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过渡页：一句话点明为什么学、学了去哪。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念课程性质一行，指读证书衔接（30秒）。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决策10→实施40→检查10→实施30→评价10口径（4课时周两次课分摊）。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ABCD分层节奏提醒。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产业数据卡：学的技能=产线的数字。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PRIMM之Predict。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点读关键动词，对应工单验收口径。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情境说书30秒：老周的终极愿望启动：'给集团造个不睡觉的值班工程师。'本地大模型就位，吴工提醒：'Prompt就是你的管理能力。'工单M…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随堂自测三题：先答后揭晓，答对记过程分。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先例后理。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知识卡1：LLM调用=HTTP+JSON：OpenAI兼容接口四字段…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知识卡2：Prompt三模板：朴素角色设定少样本示例——应用：见工单s…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应用页2：知识点放回产线场景——先看输出再看定义。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知识卡3：思维链提示：一步一步想让复杂问题分步解——应用：见工单sta…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应用页3：知识点放回产线场景——先看输出再看定义。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知识卡4：变量控制：同一问题同一温度，只换模板才公平——应用：见工单s…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应用页4：知识点放回产线场景——先看输出再看定义。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知识卡5：容错三件套：超时重试异常降级日志留痕——应用：见工单star…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应用页5：知识点放回产线场景——先看输出再看定义。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知识卡6：脱敏红线：真实工单先抹设备编号人名再上模型——应用：见工单s…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应用页6：知识点放回产线场景——先看输出再看定义。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快查核对：遮左说右。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技能点=做完你应该会。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步骤清单与工单一一对应。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演示《调用骨架》：跑通→逐行→改参数（演的核心素材）。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演示《容错三件套》：跑通→逐行→改参数（演的核心素材）。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强调时间盒纪律。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先决策再领工单。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决策矩阵：组内3分钟打分，结论理由入工单。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工单发布：'设备智能运维中心工单M4-1'——及格线对比表完整+提升≥20%。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D层跟做保底，领做做完即达标。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B层全功能+规范，帮带D/C。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A层进阶拓展+2分钟展示（费曼带徒）。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错误速查：现场制造「Connection refused」带学生三步排查。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避坑清单：每条问'为什么会踩'——把'注意'变成'知道为什么注意'。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收尾：检查+评价。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自检→互查签字→教师抽查。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命名'学号_姓名_工单号.zip'，24h反馈。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素养页：点1个真实案例（30秒）。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项目6-7 大模型·语言应用 | 预习知识点：LLM基础(ChatGPT/文心/通义)；Prompt工程(角色/示例/思维链) | 课中检查知识点：三版Prompt对比提升≥20%；本地mock调用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LLM故障诊断（上）：基础实现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第12周 · 第17次课（2课时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1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工单·分层·避坑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资讯·计划已课前线上完成——课堂从决策直接开始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103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103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怎么用好这套PPT（使用说明）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课前：只看①②③——定位/流程/目标，带问题来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课中：跟着④⑤走——知识卡打地基，工单练技能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卡住：查⑤避坑+错误速查，再举手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课后：⑦拓展自测+预习清单——闭环从课后开始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这份PPT=教材+工单说明书+复习提纲三合一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103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103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课程定位：AI应用基础（48课时版）（课程标准摘录）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专业核心课扩展版：48课时全谱系（数据→ML→DL→视觉→大模型→智能体）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1+X AI应用实践（初级=M1-M3/中级=M4/高级=M5）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前：无Python先修（零基础·并行开设） → 本课(第4-15周·12周×4课时) → 后：项目实战/毕设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103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LLM故障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诊断（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LLM调用=HTTP+JSON：OpenAI兼容接口四字段 · Prompt三模板：朴素角色设定少样本示例——应用：见工单starter与教师参考实现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思维链提示：一步一步想让复杂问题分步解——应用：见工单starter与教师参考实现 · 变量控制：同一问题同一温度，只换模板才公平——应用：见工单starter与教师参考实现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能调用本地LLM服务完成诊断问答——应用：见工单starter与教师参考实现 · 能设计并对比三种Prompt——应用：见工单starter与教师参考实现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103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基础知识线：LLM调用=HTTP+JSON：OpenAI兼容接口四字段；Prompt三模板：朴素角色设定少样本示例——应用：见工单starter与教师参考实现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继续夯实线：思维链提示：一步一步想让复杂问题分步解——应用：见工单starter与教师参考实现；变量控制：同一问题同一温度，只换模板才公平——应用：见工单starter与教师参考实现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4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学法提示：每条知识都配'产线例子'，先例后理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103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技能线：能调用本地LLM服务完成诊断问答——应用：见工单starter与教师参考实现；能设计并对比三种Prompt——应用：见工单starter与教师参考实现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103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设备智能运维中心：AI应用工程师、工业视觉开发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M4-1《LLM故障诊断（上）：基础实现》——本课工单即考核单元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1+X AI应用实践（初级=M1-M3/中级=M4）——本课工单即考点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世界职业院校技能大赛（人工智能赛道）——数据处理/模型赛项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103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本课在M1-M5全谱系中的位置已明确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知识地图五分支：基础→夯实→技能→分层→评价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岗课赛证四维坐标——带着目标进课堂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103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103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103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103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两江智造产线运营指标（虚拟产线月度数据）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92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模型准确率(%)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6000" y="4030435"/>
            <a:ext cx="1400000" cy="1369565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000" y="3470435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推理耗时(ms/条)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46000" y="4943479"/>
            <a:ext cx="1400000" cy="456521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6000" y="4383479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人工复核率(%)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数据来自虚拟产线——你训的模型就在处理这些数据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103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课堂流程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六步法：决策10→实施40→检查10→实施30→评价10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分层节奏：D/C/B/A各就各位，每4周动态升降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评价10分钟不压缩——当堂评分、24小时反馈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103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103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知识：LLM调用=HTTP+JSON：OpenAI兼容接口四字段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能力：能调用本地LLM服务完成诊断问答——应用：见工单starter与教师参考实现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素质：数据诚信与工程纪律（课程思政）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103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W12课前测①：本课工单M4-1的及格线是什么？（答：对比表完整+提升≥20%）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W12课前测②：'OpenAI兼容接口'用一句话说说你的理解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103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题目：W12课前测①：本课工单M4-1的及格线是什么？（答：对比表完整+提升≥20%）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常见错误：背概念不看场景；模型题不看数据分布先猜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本课回收：考点会在知识卡与随堂自测中再次出现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103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目标：LLM调用=HTTP+JSON：OpenAI兼容接口四字段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103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目标：能调用本地LLM服务完成诊断问答——应用：见工单starter与教师参考实现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怎么证：工单'功能40%'全项+指标达标+运行截图贴过程记录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达标线：代码能跑+指标达工单线=过关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103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目标：数据诚信与工程纪律（课程思政融入）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怎么养：指标不造假/随机种子可复现/调参留痕——每个工单都在练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达标线：实验可复现+提交记录连续=过关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103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老周的终极愿望启动：'给集团造个不睡觉的值班工程师。'本地大模型就位，吴工提醒：'Prompt就是你的管理能力。'工单M4-1：LLM故障诊断，同一问题三种问法，对比优化。</a:t>
            </a:r>
          </a:p>
        </p:txBody>
      </p:sp>
      <p:pic>
        <p:nvPicPr>
          <p:cNvPr id="9" name="Picture 8" descr="W1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103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任务背景：老周的终极愿望启动：'给集团造个不睡觉的值班工程师。'本地大模型就位，吴工提醒：'Prompt就是你的管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冲突点：数据量/模型选型/算力时限——手工做不完，必须建模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决策点：用什么模型？怎么验证？指标线定多少？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103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4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W12课前测①：本课工单M4-1的及格线是什么？（答：对比表完整+提升≥20%）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W12课前测②：'OpenAI兼容接口'用一句话说说你的理解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103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出现「Connection refused」，你的排查顺序是？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原因是mock服务未启动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103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6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复述：LLM调用=HTTP+JSON：OpenAI兼容接口四字段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用自己的话讲给同桌——讲得清才算懂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103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目标与资讯·情境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三维目标已明确，达标口径=工单评分表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剧情任务：老周的终极愿望启动：'给集团造个不睡觉的值班工程师。'本地大模型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64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54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随堂自测完成第一次探测，带着问题进精讲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103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103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LLM调用=HTTP+JSON：OpenAI兼容接口四字段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103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Prompt三模板：朴素角色设定少样本示例——应用：见工单starter与教师参考实现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103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知识应用（2）：Prompt三模板：朴素角色设定少样本示例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Prompt三模板：朴素角色设定少样本示例。在两江智造产线上的用法：见工单starter与教师参考实现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103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思维链提示：一步一步想让复杂问题分步解——应用：见工单starter与教师参考实现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103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知识应用（3）：思维链提示：一步一步想让复杂问题分步解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思维链提示：一步一步想让复杂问题分步解。在两江智造产线上的用法：见工单starter与教师参考实现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103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变量控制：同一问题同一温度，只换模板才公平——应用：见工单starter与教师参考实现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103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知识应用（4）：变量控制：同一问题同一温度，只换模板才公平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变量控制：同一问题同一温度，只换模板才公平。在两江智造产线上的用法：见工单starter与教师参考实现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103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容错三件套：超时重试异常降级日志留痕——应用：见工单starter与教师参考实现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103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知识应用（5）：容错三件套：超时重试异常降级日志留痕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容错三件套：超时重试异常降级日志留痕。在两江智造产线上的用法：见工单starter与教师参考实现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103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脱敏红线：真实工单先抹设备编号人名再上模型——应用：见工单starter与教师参考实现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103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知识应用（6）：脱敏红线：真实工单先抹设备编号人名再上模型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脱敏红线：真实工单先抹设备编号人名再上模型。在两江智造产线上的用法：见工单starter与教师参考实现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103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LLM调用=HTTP+JSON：OpenAI兼容接口四字段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Prompt三模板：朴素角色设定少样本示例——应用：见工单starter与教师参考实现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思维链提示：一步一步想让复杂问题分步解——应用：见工单starter与教师参考实现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变量控制：同一问题同一温度，只换模板才公平——应用：见工单starter与教师参考实现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容错三件套：超时重试异常降级日志留痕——应用：见工单starter与教师参考实现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6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6.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脱敏红线：真实工单先抹设备编号人名再上模型——应用：见工单starter与教师参考实现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00" y="648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103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深化理解：逐条讲透（A层费曼素材）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要点1：LLM调用=HTTP+JSON：OpenAI兼容接口四字段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要点2：Prompt三模板：朴素角色设定少样本示例——应用：见工单starter与教师参考实现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要点3：思维链提示：一步一步想让复杂问题分步解——应用：见工单starter与教师参考实现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学法：A层用自己的话讲给D层听——讲得清才是真懂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103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能调用本地LLM服务完成诊断问答——应用：见工单starter与教师参考实现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能设计并对比三种Prompt——应用：见工单starter与教师参考实现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能统计提升幅度并留证据——应用：见工单starter与教师参考实现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能实现重试与降级——应用：见工单starter与教师参考实现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103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 → 工单步骤 → 得分点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技能1：能调用本地LLM服务完成诊断问答——应用：见工单starter与教师参考实现 → 对应工单步骤，占功能分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技能2：能设计并对比三种Prompt——应用：见工单starter与教师参考实现 → 对应工单步骤，占功能分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技能3：能统计提升幅度并留证据——应用：见工单starter与教师参考实现 → 对应工单步骤，占功能分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技能4：能实现重试与降级——应用：见工单starter与教师参考实现 → 对应工单步骤，占功能分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9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8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提示：技能点全部来自工单评分点——练技能=挣分数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103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LLM故障诊断（上）：基础实现（实施要点）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回顾预习卡与微课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知识精讲（先例后理）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演示代码骨架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基础实现（D/C层保底）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小结+布置第2次课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103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关键代码：调用骨架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r = requests.post(BASE + "/v1/chat/completions",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     json={"messages": [{"role": "user", "content": q}]}, timeout=5)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print(r.json()["choices"][0]["message"]["content"])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103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代码走读：《调用骨架》逐段拆解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行1：r = requests.post(BASE + "/v1/chat/completions",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行2：json={"messages": [{"role": "user", "content": q}]},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行3：print(r.json()["choices"][0]["message"]["content"])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103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关键代码：容错三件套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for i in range(3):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try: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return ask(q)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except requests.RequestException: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time.sleep(2 ** i)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return "[降级] 已转人工工单通道。"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103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代码走读：《容错三件套》逐段拆解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行1：for i in range(3):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行2：try: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行3：return ask(q)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行4：except requests.RequestException: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行5：time.sleep(2 ** i)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103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本次课六步法流程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决策：定方案·选模型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实施一：数据+建模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检查：自检互查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实施二：调优+拓展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评价：当堂评分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课后：微课预习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六步法课堂化——每次课都知道现在在哪一步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103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700000"/>
            <a:ext cx="14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700000"/>
            <a:ext cx="14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300000"/>
            <a:ext cx="1400000" cy="2100000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7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700000"/>
            <a:ext cx="1400000" cy="7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103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本课术语表（听不懂时查这里）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术语①：LLM调用=HTTP+JSON——OpenAI兼容接口四字段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术语②：Prompt三模板：朴素角色设定少样本示例——应用：见工单starter与教师参考实现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术语③：能调用本地LLM服务完成诊断问答——应用：见工单starter与教师参考实现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用法：教师说术语→学生查表——第一周建立'术语-含义'反射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103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103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LLM故障诊断：备选方案决策矩阵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备选方案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可行性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达标概率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结论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方案A：按工单主线（starter起步）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适中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推荐主干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方案B：自选技术路线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A层可选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方案C：直接改现成项目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低（无过程分）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4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不建议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组内打分3分钟，结论与理由写入工单决策记录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103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本课决策题：LLM故障诊断：备选方案决策矩阵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问②值吗——精度/耗时/可复现性三角权衡（工程账）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103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实施任务：工单M4-1《LLM故障诊断（上）：基础实现》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回顾预习卡与微课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知识精讲（先例后理）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演示代码骨架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基础实现（D/C层保底）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小结+布置第2次课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对比表完整+提升≥20%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提升≥35%或自创模板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103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朴素版跑通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requests.post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取choices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打印回答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能出回答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103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D层·学徒：步骤怎么走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第1步：requests.post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第2步：取choices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第3步：打印回答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达标自检：能出回答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103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三模板对比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角色示例版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同题各跑3次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正确率统计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提升≥20%加对比表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103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C层·操作员：步骤怎么走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第1步：角色示例版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第2步：同题各跑3次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第3步：正确率统计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达标自检：提升≥20%加对比表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103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容错演练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retries为2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关服务测降级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日志留痕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断服不崩溃有降级话术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103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B层·组长：步骤怎么走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第1步：retries为2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第2步：关服务测降级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第3步：日志留痕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达标自检：断服不崩溃有降级话术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103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自创模板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0000" y="28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结合故障话术设计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0000" y="37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A/B验证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30000" y="28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入库分享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70000" y="37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0000" y="38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30000" y="37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选做：用工具/campus_skills给自己的大学生活造一个时间管理智能体(3个Skill,不限平台)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475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0000" y="485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提升≥35%或多轮对话（或完成校园智能体选做）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103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A层·师傅：步骤怎么走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第1步：结合故障话术设计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第2步：A/B验证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第3步：入库分享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第4步：选做：用工具/campus_skills给自己的大学生活造一个时间管理智能体(3个Skill,不限平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达标自检：提升≥35%或多轮对话（或完成校园智能体选做）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103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Connection refused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mock服务未启动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先python mock_llm_server.py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回答不稳定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未固定温度seed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temperature为0对比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提升测不出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题目太简单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换多步推理题集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103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运行时出现「Connection refused」，你的排查顺序是？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原因是mock服务未启动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103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回顾预习卡与微课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知识精讲（先例后理）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演示代码骨架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000" y="36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67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0000" y="35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基础实现（D/C层保底）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0000" y="398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000" y="400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0000" y="392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小结+布置第2次课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步骤1先看工单样例再动手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步骤2先看工单样例再动手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步骤3先看工单样例再动手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103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D·学徒（≥60）：朴素版跑通——跟做保底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C·操作员（≥70）：三模板对比——基础完成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B·组长（≥80）：容错演练——标准达成+帮带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A·师傅（≥90）：自创模板——进阶拓展+费曼讲解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103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步骤1：回顾预习卡与微课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步骤2：知识精讲（先例后理）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步骤3：演示代码骨架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步骤4：基础实现（D/C层保底）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步骤5：小结+布置第2次课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103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指标达标：准确率/F1/耗时对齐工单及格线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随机种子已固定（random_state=42）——结果可复现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文件命名：学号_姓名_工单号.py+模型文件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conda环境正确（提示符显示(ai48)）再运行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103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任务实施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工单M4-1已发布，四层任务各自认领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避坑清单+错误速查在手，卡壳先自查再举手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操作核对清单做完勾选，提交前90秒最后一查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103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103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103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提交物与评分（工单M4-1）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学号_姓名_M4-1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103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A层加餐：原理深挖（选读）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为什么有效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LLM调用=HTTP+JSON：OpenAI兼容接口四字段——背后是统计/优化原理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改一个参数跑对比实验——用数据说话，不凭感觉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边界在哪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什么场景会失效？——数据漂移/样本不平衡/泄漏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延伸阅读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微课深化版+多解法手册——A层自己挖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103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可信AI：模型要有据可查，指标不许造假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工程纪律：限时调参与过程留痕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团队与档案：竞标协作，档案袋沉淀三年资产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103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103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torch安装失败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用--index-url cpu官方源；确认在ai48环境里装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模型指标波动大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设random_state=42；数据先shuffle再划分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ONNX推理不一致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对齐预处理——同一scaler/归一化参数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79 / 103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M4-1任务书——步骤/及格线/评分细则都在里面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学生代码框架/w9_xxx_starter.py——TODO注释即步骤提示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80 / 103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81 / 103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82 / 103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质检靠老师傅目检，漏检率高且疲劳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分类模型+阈值规则——先自动化易判样本，人只复核疑难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M4-1的技能点即其最小实现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视觉检测（M3）/大模型辅助诊断（M4）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83 / 103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函数封装+管道化——可复用，B层路线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集成/调参/特征工程组合拳——冲指标，A层路线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先让它跑起来→再让它对→最后让它准（KISS原则）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84 / 103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可解释性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不迷信黑盒——每个预测能说出'为什么'才敢上线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算力节约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CPU优先调优——绿色计算从课堂开始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模型抄袭=岗位上的'无证驾驶'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85 / 103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小步提交——调参每进一步就commit，回退不求人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86 / 103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本周：单点技能→下周：组合应用→W15：综合链路答辩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横向：M1数据→M2模型→M3视觉→M4大模型→M5智能体（全谱系）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纵向：证书线——1+X初级（M1-M3）→中级（M4）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岗位线：跟做学徒→独立调参→带组师傅→AI应用工程师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87 / 103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88 / 103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微课知识卡：能调用本地LLM服务完成诊断问答——应用：见工单starter与（5分钟视频+导学单）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89 / 103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LLM调用=HTTP+JSON：OpenAI兼容接口四字段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Prompt三模板：朴素角色设定少样本示例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思维链提示：一步一步想让复杂问题分步解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90 / 103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指标+阈值结论+随机种子——三件套齐全可复现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只报一个准确率——无种子无阈值，跑第二遍就对不上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技术25%+素养15%两项就能差出40分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工业模型要给人信——复现不了的指标=没交付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91 / 103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LLM故障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诊断（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LLM调用=HTTP+JSON：OpenAI兼容接口四字段 · Prompt三模板：朴素角色设定少样本示例——应用：见工单starter与教师参考实现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能调用本地LLM服务完成诊断问答——应用：见工单starter与教师参考实现 · 能设计并对比三种Prompt——应用：见工单starter与教师参考实现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Connection refused · 回答不稳定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工单M4-1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92 / 103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93 / 103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本周主题：能调用本地LLM服务完成诊断问答——应用：见工单starter与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94 / 103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答辩预演（期末综合链路的彩排）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①30秒讲需求：这个模型解决什么问题、部署在哪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②60秒讲链路：数据→特征→模型→评估→部署（五段式）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④答辩礼仪：指着屏幕讲不念稿；被问住就说'课后验证'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从本周开始练——W15答辩=12周彩排的总和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95 / 103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运行截图：训练日志+指标输出同框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工单过程栏：步骤勾选+调参记录+自查记录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96 / 103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知识：LLM调用=HTTP+JSON：Open；Prompt三模板：朴素角色设定少样本示；思维链提示：一步一步想让复杂问题分步解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技能：能调用本地LLM服务完成诊断问答——应用：见工单starter与教师参考实现；能设计并对比三种Prompt——应用：见工单starter与教师参考实现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交付：工单M4-1《LLM故障诊断（上）：基础实现》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习惯：调参每进一步就commit——每周至少1次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97 / 103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睡前自查三问（30秒）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问①今天的核心概念能一句话说清吗？——说不清回看知识卡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问②工单步骤全部勾完了吗？——没勾的明早第一件事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问③Git推送今天做了吗？——每周至少1次，工程素养分依据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三问通过=今天闭环；明天从微课开始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98 / 103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工具箱①：Git提交四步（每周必做）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第1步·暂存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PyCharm按 Ctrl+K → 勾选改动文件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第2步·提交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Commit Message 按前缀写：feat:完成W12工单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第3步·推送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Ctrl+Shift+K 推送——云端可查才算交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第4步·验证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网页刷新看到新提交=成功；每周≥1次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99 / 103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工具箱②：conda环境三命令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激活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conda activate ai48——提示符变(ai48)才对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装包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激活后再 pip install——装错环境=白装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核对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 -c "import sys; print(sys.executable)" 路径含envs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100 / 103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工具箱③：PyCharm效率五键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运行当前文件（^R macOS）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调试——断点停在红点行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Ctrl+Alt+L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格式化代码——交作业前必按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注释/取消注释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Ctrl+`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开关注册终端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101 / 103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102 / 103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下次课预告（第13周）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能搭建最小RAG问答链路——应用：见工单star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W12课前测①：本课工单M4-1的及格线是什么？（答：对比表完整+提升≥20%）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W12-第17次课-LLM故障诊断（上）：基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