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开场30秒：《数据清洗与质量评估（上）：基础实现》，80分钟=2课时×40分钟。课前已发工单+微课知识卡。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情境说书30秒：扩展班第一课，老周把三箱'历史遗留'数据砸在你工位：'三个月泵站日志，缺的缺、错的错，还有135℃的神仙记录。模型再好也…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知识卡1：数据质量三清单：缺失、异常、重复——清洗前先量化再动手…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知识卡2：缺失处理四策略：删除/前向填充/均值/插值，选择要有业务理由…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知识卡3：异常识别两把尺：3σ准则与IQR箱线图，各自适用场景…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知识卡4：Pandas链式操作：isna().sum()量化缺失，fi…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知识卡5：质量评分口径：完整率×准确率×一致率的加权——应用：scor…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知识卡6：清洗留痕：每一步处理前后行数与分布对比即证据——应用：pri…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演示《清洗骨架》：跑通→逐行→改参数（演的核心素材）。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演示《IQR异常识别》：跑通→逐行→改参数（演的核心素材）。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工单发布：'设备智能运维中心工单M1-1a'——及格线缺失处理率≥95%。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错误速查：现场制造「KeyError列名错」带学生三步排查。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项目2 人工智能编程语言Python | 预习知识点：Pandas读写与缺失值处理；3σ/IQR异常识别 | 课中检查知识点：能输出结构化质量报告；能说出IQR比3σ稳健的原因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数据清洗与质量评估（上）：基础实现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第4周 · 第1次课（2课时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数据清洗与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质量评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数据质量三清单：缺失、异常、重复——清洗前先量化再动手 · 缺失处理四策略：删除/前向填充/均值/插值，选择要有业务理由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异常识别两把尺：3σ准则与IQR箱线图，各自适用场景 · Pandas链式操作：isna().sum()量化缺失，fillna/dropna落地策略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能用Pandas完成缺失/异常/重复三类处理——应用：见工单starter与教师参考实现 · 能输出结构化质量报告（三清单+评分）——应用：见工单starter与教师参考实现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基础知识线：数据质量三清单：缺失、异常、重复——清洗前先量化再动手；缺失处理四策略：删除/前向填充/均值/插值，选择要有业务理由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继续夯实线：异常识别两把尺：3σ准则与IQR箱线图，各自适用场景；Pandas链式操作：isna().sum()量化缺失，fillna/dropna落地策略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技能线：能用Pandas完成缺失/异常/重复三类处理——应用：见工单starter与教师参考实现；能输出结构化质量报告（三清单+评分）——应用：见工单starter与教师参考实现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M1-1a《数据清洗与质量评估（上）：基础实现》——本课工单即考核单元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知识：数据质量三清单：缺失、异常、重复——清洗前先量化再动手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能力：能用Pandas完成缺失/异常/重复三类处理——应用：见工单starter与教师参考实现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W4课前测①：本课工单M1-1a的及格线是什么？（答：缺失处理率≥95%）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W4课前测②：'Pandas缺失处理四策略'用一句话说说你的理解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题目：W4课前测①：本课工单M1-1a的及格线是什么？（答：缺失处理率≥95%）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目标：数据质量三清单：缺失、异常、重复——清洗前先量化再动手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目标：能用Pandas完成缺失/异常/重复三类处理——应用：见工单starter与教师参考实现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扩展班第一课，老周把三箱'历史遗留'数据砸在你工位：'三个月泵站日志，缺的缺、错的错，还有135℃的神仙记录。模型再好也怕脏数据——先学会把数据洗干净，再谈AI。'工单M1-1a：清洗出一份可信的数据质量报告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任务背景：扩展班第一课，老周把三箱'历史遗留'数据砸在你工位：'三个月泵站日志，缺的缺、错的错，还有135℃的神仙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W4课前测①：本课工单M1-1a的及格线是什么？（答：缺失处理率≥95%）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W4课前测②：'Pandas缺失处理四策略'用一句话说说你的理解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出现「KeyError列名错」，你的排查顺序是？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原因是列名大小写或空格不符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复述：数据质量三清单：缺失、异常、重复——清洗前先量化再动手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剧情任务：扩展班第一课，老周把三箱'历史遗留'数据砸在你工位：'三个月泵站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数据质量三清单：缺失、异常、重复——清洗前先量化再动手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缺失处理四策略：删除/前向填充/均值/插值，选择要有业务理由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异常识别两把尺：3σ准则与IQR箱线图，各自适用场景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Pandas链式操作：isna().sum()量化缺失，fillna/dropna落地策略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质量评分口径：完整率×准确率×一致率的加权——应用：score=0.3*完整率+0.5*准确率+0.2*一致率——权重按业务调，工单要求≥0.85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知识应用（5）：质量评分口径：完整率×准确率×一致率的加权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质量评分口径：完整率×准确率×一致率的加权。在两江智造产线上的用法：score=0.3*完整率+0.5*准确率+0.2*一致率——权重按业务调，工单要求≥0.85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score=0.3*完整率+0.5*准确率+0.2*一致率——权重按业务调，工单要求≥0.85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清洗留痕：每一步处理前后行数与分布对比即证据——应用：print(f'清洗前{len(raw)}行→后{len(clean)}行，缺失率{rate:.1%}')——留痕是数据诚信的证据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知识应用（6）：清洗留痕：每一步处理前后行数与分布对比即证据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清洗留痕：每一步处理前后行数与分布对比即证据。在两江智造产线上的用法：print(f'清洗前{len(raw)}行→后{len(clean)}行，缺失率{rate:.1%}')——留痕是数据诚信的证据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print(f'清洗前{len(raw)}行→后{len(clean)}行，缺失率{rate:.1%}')——留痕是数据诚信的证据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数据质量三清单：缺失、异常、重复——清洗前先量化再动手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缺失处理四策略：删除/前向填充/均值/插值，选择要有业务理由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异常识别两把尺：3σ准则与IQR箱线图，各自适用场景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Pandas链式操作：isna().sum()量化缺失，fillna/dropna落地策略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质量评分口径：完整率×准确率×一致率的加权——应用：score=0.3*完整率+0.5*准确率+0.2*一致率——权重按业务调，工单要求≥0.85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清洗留痕：每一步处理前后行数与分布对比即证据——应用：print(f'清洗前{len(raw)}行→后{len(clean)}行，缺失率{rate:.1%}')——留痕是数据诚信的证据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要点1：数据质量三清单：缺失、异常、重复——清洗前先量化再动手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要点2：缺失处理四策略：删除/前向填充/均值/插值，选择要有业务理由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要点3：异常识别两把尺：3σ准则与IQR箱线图，各自适用场景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能用Pandas完成缺失/异常/重复三类处理——应用：见工单starter与教师参考实现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能输出结构化质量报告（三清单+评分）——应用：见工单starter与教师参考实现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能为每个清洗策略写出业务理由——应用：见工单starter与教师参考实现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能用分布图验证清洗未伤及正常数据——应用：见工单starter与教师参考实现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技能1：能用Pandas完成缺失/异常/重复三类处理——应用：见工单starter与教师参考实现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技能2：能输出结构化质量报告（三清单+评分）——应用：见工单starter与教师参考实现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技能3：能为每个清洗策略写出业务理由——应用：见工单starter与教师参考实现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技能4：能用分布图验证清洗未伤及正常数据——应用：见工单starter与教师参考实现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数据清洗与质量评估（上）：基础实现（实施要点）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关键代码：清洗骨架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 = pd.read_csv("pump_log.csv", parse_dates=["ts"])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miss = df.isna().sum()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print("缺失率:\n", (miss / len(df)).round(3))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df["temp"] = df["temp"].ffill()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代码走读：《清洗骨架》逐段拆解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行1：df = pd.read_csv("pump_log.csv", parse_dates=["ts"])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行2：miss = df.isna().sum()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行3：print("缺失率:\n", (miss / len(df)).round(3))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行4：df["temp"] = df["temp"].ffill()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关键代码：IQR异常识别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q1, q3 = df["temp"].quantile([.25, .75])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iqr = q3 - q1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mask = ~df["temp"].between(q1 - 1.5 * iqr, q3 + 1.5 * iqr)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print("异常行数:", mask.sum())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代码走读：《IQR异常识别》逐段拆解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行1：q1, q3 = df["temp"].quantile([.25, .75])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行2：iqr = q3 - q1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行3：mask = ~df["temp"].between(q1 - 1.5 * iqr, q3 + 1.5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行4：print("异常行数:", mask.sum())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术语①：数据质量三清单——缺失、异常、重复——清洗前先量化再动手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术语②：缺失处理四策略：删除/前向填充/均值/插值，选择要有业务理由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术语③：能用Pandas完成缺失/异常/重复三类处理——应用：见工单starter与教师参考实现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数据清洗与质量评估：备选方案决策矩阵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本课决策题：数据清洗与质量评估：备选方案决策矩阵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实施任务：工单M1-1a《数据清洗与质量评估（上）：基础实现》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缺失处理率≥95%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预测缺失（进阶）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跟做完成单列缺失清洗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读CSV看info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对温度列isna统计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ffill前向填充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输出处理前后对比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温度列缺失率降为0且行数不变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第1步：读CSV看info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第2步：对温度列isna统计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第3步：ffill前向填充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第4步：输出处理前后对比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达标自检：温度列缺失率降为0且行数不变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三清单全跑通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全表缺失统计与策略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IQR识别异常列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duplicated去重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汇总三清单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缺失处理率≥95%+三清单齐全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第1步：全表缺失统计与策略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第2步：IQR识别异常列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第3步：duplicated去重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第4步：汇总三清单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达标自检：缺失处理率≥95%+三清单齐全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策略有据可依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每策略写业务理由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分布图前后对比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质量评分计算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报告排版成文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评分≥85且理由完整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第1步：每策略写业务理由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第2步：分布图前后对比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第3步：质量评分计算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第4步：报告排版成文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达标自检：评分≥85且理由完整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预测缺失进阶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用其余特征建模预测缺失值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与均值填充对比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报告附录给出增益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预测填充优于均值且论证清楚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第1步：用其余特征建模预测缺失值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第2步：与均值填充对比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第3步：报告附录给出增益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达标自检：预测填充优于均值且论证清楚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KeyError列名错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列名大小写或空格不符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df.columns先查看并strip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清洗后行数骤减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dropna默认any整行删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指定subset为关键列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报告数字对不上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处理顺序不同口径漂移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固定缺失-异常-重复顺序并留痕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运行时出现「KeyError列名错」，你的排查顺序是？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原因是列名大小写或空格不符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D·学徒（≥60）：跟做完成单列缺失清洗——跟做保底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C·操作员（≥70）：三清单全跑通——基础完成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B·组长（≥80）：策略有据可依——标准达成+帮带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A·师傅（≥90）：预测缺失进阶——进阶拓展+费曼讲解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工单M1-1a已发布，四层任务各自认领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提交物与评分（工单M1-1a）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学号_姓名_M1-1a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数据质量三清单：缺失、异常、重复——清洗前先量化再动手——背后是统计/优化原理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M1-1a任务书——步骤/及格线/评分细则都在里面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学生代码框架/w1_xxx_starter.py——TODO注释即步骤提示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M1-1a的技能点即其最小实现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微课知识卡：能用Pandas完成缺失/异常/重复三类处理——应用：见工单st（5分钟视频+导学单）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数据质量三清单：缺失、异常、重复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缺失处理四策略：删除/前向填充/均值/插值，选择要有业务理由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异常识别两把尺：3σ准则与IQR箱线图，各自适用场景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数据清洗与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质量评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数据质量三清单：缺失、异常、重复——清洗前先量化再动手 · 缺失处理四策略：删除/前向填充/均值/插值，选择要有业务理由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能用Pandas完成缺失/异常/重复三类处理——应用：见工单starter与教师参考实现 · 能输出结构化质量报告（三清单+评分）——应用：见工单starter与教师参考实现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KeyError列名错 · 清洗后行数骤减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工单M1-1a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本周主题：能用Pandas完成缺失/异常/重复三类处理——应用：见工单st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知识：数据质量三清单：缺失、异常、重复；缺失处理四策略：删除/前向填充/均值/插；异常识别两把尺：3σ准则与IQR箱线图，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技能：能用Pandas完成缺失/异常/重复三类处理——应用：见工单starter与教师参考实现；能输出结构化质量报告（三清单+评分）——应用：见工单starter与教师参考实现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交付：工单M1-1a《数据清洗与质量评估（上）：基础实现》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按前缀写：feat:完成W4工单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能从振动序列构造≥10个特征——应用：见工单st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W4课前测①：本课工单M1-1a的及格线是什么？（答：缺失处理率≥95%）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W04-第1次课-数据清洗与质量评估（上）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