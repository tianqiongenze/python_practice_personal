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开场30秒：《LLM故障诊断（下）：优化与评价》，80分钟=2课时×40分钟。课前已发工单+微课知识卡。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情境说书30秒：老周的终极愿望启动：'给集团造个不睡觉的值班工程师。'本地大模型就位，吴工提醒：'Prompt就是你的管理能力。'工单M…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知识卡1：LLM调用=HTTP+JSON：OpenAI兼容接口四字段…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知识卡2：Prompt三模板：朴素角色设定少样本示例——应用：见工单s…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知识卡3：思维链提示：一步一步想让复杂问题分步解——应用：见工单sta…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知识卡4：变量控制：同一问题同一温度，只换模板才公平——应用：见工单s…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知识卡5：容错三件套：超时重试异常降级日志留痕——应用：见工单star…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知识卡6：脱敏红线：真实工单先抹设备编号人名再上模型——应用：见工单s…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演示《调用骨架》：跑通→逐行→改参数（演的核心素材）。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演示《容错三件套》：跑通→逐行→改参数（演的核心素材）。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工单发布：'设备智能运维中心工单M4-1'——及格线对比表完整+提升≥20%。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错误速查：现场制造「Connection refused」带学生三步排查。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项目6-7 大模型·语言应用 | 预习知识点：LLM基础(ChatGPT/文心/通义)；Prompt工程(角色/示例/思维链) | 课中检查知识点：三版Prompt对比提升≥20%；本地mock调用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LLM故障诊断（下）：优化与评价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第12周 · 第18次课（2课时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LLM故障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诊断（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LLM调用=HTTP+JSON：OpenAI兼容接口四字段 · Prompt三模板：朴素角色设定少样本示例——应用：见工单starter与教师参考实现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思维链提示：一步一步想让复杂问题分步解——应用：见工单starter与教师参考实现 · 变量控制：同一问题同一温度，只换模板才公平——应用：见工单starter与教师参考实现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 · 能设计并对比三种Prompt——应用：见工单starter与教师参考实现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基础知识线：LLM调用=HTTP+JSON：OpenAI兼容接口四字段；Prompt三模板：朴素角色设定少样本示例——应用：见工单starter与教师参考实现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继续夯实线：思维链提示：一步一步想让复杂问题分步解——应用：见工单starter与教师参考实现；变量控制：同一问题同一温度，只换模板才公平——应用：见工单starter与教师参考实现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技能线：能调用本地LLM服务完成诊断问答——应用：见工单starter与教师参考实现；能设计并对比三种Prompt——应用：见工单starter与教师参考实现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M4-1《LLM故障诊断（下）：优化与评价》——本课工单即考核单元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知识：LLM调用=HTTP+JSON：OpenAI兼容接口四字段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能力：能调用本地LLM服务完成诊断问答——应用：见工单starter与教师参考实现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W12课中查①：'Connection refused'这个报错怎么排查？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W12课中查②：优秀线提升≥35%或自创模板你打算怎么冲？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题目：W12课中查①：'Connection refused'这个报错怎么排查？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目标：LLM调用=HTTP+JSON：OpenAI兼容接口四字段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目标：能调用本地LLM服务完成诊断问答——应用：见工单starter与教师参考实现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老周的终极愿望启动：'给集团造个不睡觉的值班工程师。'本地大模型就位，吴工提醒：'Prompt就是你的管理能力。'工单M4-1：LLM故障诊断，同一问题三种问法，对比优化。</a:t>
            </a:r>
          </a:p>
        </p:txBody>
      </p:sp>
      <p:pic>
        <p:nvPicPr>
          <p:cNvPr id="9" name="Picture 8" descr="W1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任务背景：老周的终极愿望启动：'给集团造个不睡觉的值班工程师。'本地大模型就位，吴工提醒：'Prompt就是你的管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W12课中查①：'Connection refused'这个报错怎么排查？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W12课中查②：优秀线提升≥35%或自创模板你打算怎么冲？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出现「Connection refused」，你的排查顺序是？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原因是mock服务未启动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复述：LLM调用=HTTP+JSON：OpenAI兼容接口四字段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剧情任务：老周的终极愿望启动：'给集团造个不睡觉的值班工程师。'本地大模型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LLM调用=HTTP+JSON：OpenAI兼容接口四字段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Prompt三模板：朴素角色设定少样本示例——应用：见工单starter与教师参考实现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知识应用（2）：Prompt三模板：朴素角色设定少样本示例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Prompt三模板：朴素角色设定少样本示例。在两江智造产线上的用法：见工单starter与教师参考实现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思维链提示：一步一步想让复杂问题分步解——应用：见工单starter与教师参考实现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知识应用（3）：思维链提示：一步一步想让复杂问题分步解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思维链提示：一步一步想让复杂问题分步解。在两江智造产线上的用法：见工单starter与教师参考实现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变量控制：同一问题同一温度，只换模板才公平——应用：见工单starter与教师参考实现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知识应用（4）：变量控制：同一问题同一温度，只换模板才公平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变量控制：同一问题同一温度，只换模板才公平。在两江智造产线上的用法：见工单starter与教师参考实现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容错三件套：超时重试异常降级日志留痕——应用：见工单starter与教师参考实现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知识应用（5）：容错三件套：超时重试异常降级日志留痕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容错三件套：超时重试异常降级日志留痕。在两江智造产线上的用法：见工单starter与教师参考实现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脱敏红线：真实工单先抹设备编号人名再上模型——应用：见工单starter与教师参考实现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知识应用（6）：脱敏红线：真实工单先抹设备编号人名再上模型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脱敏红线：真实工单先抹设备编号人名再上模型。在两江智造产线上的用法：见工单starter与教师参考实现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LLM调用=HTTP+JSON：OpenAI兼容接口四字段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Prompt三模板：朴素角色设定少样本示例——应用：见工单starter与教师参考实现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思维链提示：一步一步想让复杂问题分步解——应用：见工单starter与教师参考实现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变量控制：同一问题同一温度，只换模板才公平——应用：见工单starter与教师参考实现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容错三件套：超时重试异常降级日志留痕——应用：见工单starter与教师参考实现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脱敏红线：真实工单先抹设备编号人名再上模型——应用：见工单starter与教师参考实现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要点1：LLM调用=HTTP+JSON：OpenAI兼容接口四字段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要点2：Prompt三模板：朴素角色设定少样本示例——应用：见工单starter与教师参考实现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要点3：思维链提示：一步一步想让复杂问题分步解——应用：见工单starter与教师参考实现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能设计并对比三种Prompt——应用：见工单starter与教师参考实现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能统计提升幅度并留证据——应用：见工单starter与教师参考实现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能实现重试与降级——应用：见工单starter与教师参考实现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技能1：能调用本地LLM服务完成诊断问答——应用：见工单starter与教师参考实现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技能2：能设计并对比三种Prompt——应用：见工单starter与教师参考实现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技能3：能统计提升幅度并留证据——应用：见工单starter与教师参考实现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技能4：能实现重试与降级——应用：见工单starter与教师参考实现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LLM故障诊断（下）：优化与评价（实施要点）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关键代码：调用骨架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 = requests.post(BASE + "/v1/chat/completions",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json={"messages": [{"role": "user", "content": q}]}, timeout=5)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print(r.json()["choices"][0]["message"]["content"])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代码走读：《调用骨架》逐段拆解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行1：r = requests.post(BASE + "/v1/chat/completions",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行2：json={"messages": [{"role": "user", "content": q}]},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行3：print(r.json()["choices"][0]["message"]["content"])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关键代码：容错三件套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i in range(3):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ask(q)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except requests.RequestException: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time.sleep(2 ** i)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return "[降级] 已转人工工单通道。"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代码走读：《容错三件套》逐段拆解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行1：for i in range(3):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行2：try: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行3：return ask(q)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行4：except requests.RequestException: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行5：time.sleep(2 ** 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术语①：LLM调用=HTTP+JSON——OpenAI兼容接口四字段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术语②：Prompt三模板：朴素角色设定少样本示例——应用：见工单starter与教师参考实现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术语③：能调用本地LLM服务完成诊断问答——应用：见工单starter与教师参考实现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LLM故障诊断：备选方案决策矩阵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本课决策题：LLM故障诊断：备选方案决策矩阵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实施任务：工单M4-1《LLM故障诊断（下）：优化与评价》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对比表完整+提升≥20%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提升≥35%或自创模板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朴素版跑通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requests.post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取choices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打印回答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能出回答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第1步：requests.post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第2步：取choices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第3步：打印回答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达标自检：能出回答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三模板对比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角色示例版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同题各跑3次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正确率统计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提升≥20%加对比表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第1步：角色示例版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第2步：同题各跑3次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第3步：正确率统计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达标自检：提升≥20%加对比表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容错演练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retries为2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关服务测降级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日志留痕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断服不崩溃有降级话术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第1步：retries为2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第2步：关服务测降级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第3步：日志留痕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达标自检：断服不崩溃有降级话术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自创模板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结合故障话术设计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A/B验证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0000" y="28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入库分享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0000" y="37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0000" y="38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0000" y="3790000"/>
            <a:ext cx="4520000" cy="8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选做：用工具/campus_skills给自己的大学生活造一个时间管理智能体(3个Skill,不限平台)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475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0" y="485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提升≥35%或多轮对话（或完成校园智能体选做）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第1步：结合故障话术设计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第2步：A/B验证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第3步：入库分享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第4步：选做：用工具/campus_skills给自己的大学生活造一个时间管理智能体(3个Skill,不限平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达标自检：提升≥35%或多轮对话（或完成校园智能体选做）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Connection refused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mock服务未启动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先python mock_llm_server.py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回答不稳定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未固定温度seed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temperature为0对比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提升测不出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题目太简单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换多步推理题集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运行时出现「Connection refused」，你的排查顺序是？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原因是mock服务未启动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错误速查复盘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优化冲刺（B/A层）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三层质检互查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当堂评分与反馈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下次课预告+微课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D·学徒（≥60）：朴素版跑通——跟做保底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C·操作员（≥70）：三模板对比——基础完成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B·组长（≥80）：容错演练——标准达成+帮带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A·师傅（≥90）：自创模板——进阶拓展+费曼讲解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工单M4-1已发布，四层任务各自认领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提交物与评分（工单M4-1）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学号_姓名_M4-1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LLM调用=HTTP+JSON：OpenAI兼容接口四字段——背后是统计/优化原理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103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103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103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103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学生代码框架/w9_xxx_starter.py——TODO注释即步骤提示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103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M4-1的技能点即其最小实现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103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微课知识卡：能调用本地LLM服务完成诊断问答——应用：见工单starter与（5分钟视频+导学单）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LLM调用=HTTP+JSON：OpenAI兼容接口四字段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Prompt三模板：朴素角色设定少样本示例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思维链提示：一步一步想让复杂问题分步解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103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LLM故障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诊断（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LLM调用=HTTP+JSON：OpenAI兼容接口四字段 · Prompt三模板：朴素角色设定少样本示例——应用：见工单starter与教师参考实现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能调用本地LLM服务完成诊断问答——应用：见工单starter与教师参考实现 · 能设计并对比三种Prompt——应用：见工单starter与教师参考实现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Connection refused · 回答不稳定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工单M4-1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103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本周主题：能调用本地LLM服务完成诊断问答——应用：见工单starter与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103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知识：LLM调用=HTTP+JSON：Open；Prompt三模板：朴素角色设定少样本示；思维链提示：一步一步想让复杂问题分步解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技能：能调用本地LLM服务完成诊断问答——应用：见工单starter与教师参考实现；能设计并对比三种Prompt——应用：见工单starter与教师参考实现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交付：工单M4-1《LLM故障诊断（下）：优化与评价》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103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按前缀写：feat:完成W12工单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103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能搭建最小RAG问答链路——应用：见工单star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W12课中查①：'Connection refused'这个报错怎么排查？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W12-第18次课-LLM故障诊断（下）：优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