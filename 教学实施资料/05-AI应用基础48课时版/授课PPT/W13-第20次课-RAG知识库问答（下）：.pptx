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开场30秒：《RAG知识库问答（下）：优化与评价》，80分钟=2课时×40分钟。课前已发工单+微课知识卡。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情境说书30秒：值班助手1.0总爱'一本正经地胡说'。林工：'让它有据可查——RAG。'知识库、检索、引用标注三件套——工单M4-2：让…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知识卡1：RAG三步：知识切分向量检索引用生成——应用：见工单star…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知识卡2：切分粒度：太碎丢上下文太整检索糊，先按条目——应用：见工单s…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知识卡3：检索双解：重合度打分(教学直观)→Chroma向量库(工程实…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知识卡4：引用标注：每条建议挂条目ID可点开溯源——应用：见工单sta…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知识卡5：幻觉治理：检索为空时宁说查无依据不硬编——应用：见工单sta…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知识卡6：评测口径：检索准确率与生成质量分开评——应用：见工单star…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演示《教学版检索》：跑通→逐行→改参数（演的核心素材）。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演示《引用生成》：跑通→逐行→改参数（演的核心素材）。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工单发布：'设备智能运维中心工单M4-2'——及格线检索≥80%+引用完整。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错误速查：现场制造「检索全不中」带学生三步排查。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项目6-7 大模型·语言应用 | 预习知识点：RAG(检索增强生成)；知识库切分/向量检索/引用标注 | 课中检查知识点：搭建最小RAG链路；回答带出处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RAG知识库问答（下）：优化与评价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第13周 · 第20次课（2课时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RAG知识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库问答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 · 切分粒度：太碎丢上下文太整检索糊，先按条目——应用：见工单starter与教师参考实现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检索双解：重合度打分(教学直观)→Chroma向量库(工程实现，见01包rag_chroma_demo) · 引用标注：每条建议挂条目ID可点开溯源——应用：见工单starter与教师参考实现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能搭建最小RAG问答链路——应用：见工单starter与教师参考实现 · 能调top-k与相关度阈值——应用：见工单starter与教师参考实现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基础知识线：RAG三步：知识切分向量检索引用生成——应用：见工单starter与教师参考实现；切分粒度：太碎丢上下文太整检索糊，先按条目——应用：见工单starter与教师参考实现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继续夯实线：检索双解：重合度打分(教学直观)→Chroma向量库(工程实现，见01包rag_chroma_demo)；引用标注：每条建议挂条目ID可点开溯源——应用：见工单starter与教师参考实现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技能线：能搭建最小RAG问答链路——应用：见工单starter与教师参考实现；能调top-k与相关度阈值——应用：见工单starter与教师参考实现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M4-2《RAG知识库问答（下）：优化与评价》——本课工单即考核单元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知识：RAG三步：知识切分向量检索引用生成——应用：见工单starter与教师参考实现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能力：能搭建最小RAG问答链路——应用：见工单starter与教师参考实现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W13课中查①：'检索全不中'这个报错怎么排查？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W13课中查②：优秀线检索≥90%+生成质量优你打算怎么冲？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题目：W13课中查①：'检索全不中'这个报错怎么排查？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目标：RAG三步：知识切分向量检索引用生成——应用：见工单starter与教师参考实现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目标：能搭建最小RAG问答链路——应用：见工单starter与教师参考实现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值班助手1.0总爱'一本正经地胡说'。林工：'让它有据可查——RAG。'知识库、检索、引用标注三件套——工单M4-2：让每条建议都挂着出处。</a:t>
            </a:r>
          </a:p>
        </p:txBody>
      </p:sp>
      <p:pic>
        <p:nvPicPr>
          <p:cNvPr id="9" name="Picture 8" descr="W1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任务背景：值班助手1.0总爱'一本正经地胡说'。林工：'让它有据可查——RAG。'知识库、检索、引用标注三件套——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W13课中查①：'检索全不中'这个报错怎么排查？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W13课中查②：优秀线检索≥90%+生成质量优你打算怎么冲？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出现「检索全不中」，你的排查顺序是？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原因是query与库用词不搭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复述：RAG三步：知识切分向量检索引用生成——应用：见工单starter与教师参考实现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剧情任务：值班助手1.0总爱'一本正经地胡说'。林工：'让它有据可查——R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知识应用（1）：RAG三步：知识切分向量检索引用生成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RAG三步：知识切分向量检索引用生成。在两江智造产线上的用法：见工单starter与教师参考实现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切分粒度：太碎丢上下文太整检索糊，先按条目——应用：见工单starter与教师参考实现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知识应用（2）：切分粒度：太碎丢上下文太整检索糊，先按条目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切分粒度：太碎丢上下文太整检索糊，先按条目。在两江智造产线上的用法：见工单starter与教师参考实现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检索双解：重合度打分(教学直观)→Chroma向量库(工程实现，见01包rag_chroma_demo)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引用标注：每条建议挂条目ID可点开溯源——应用：见工单starter与教师参考实现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知识应用（4）：引用标注：每条建议挂条目ID可点开溯源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引用标注：每条建议挂条目ID可点开溯源。在两江智造产线上的用法：见工单starter与教师参考实现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幻觉治理：检索为空时宁说查无依据不硬编——应用：见工单starter与教师参考实现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知识应用（5）：幻觉治理：检索为空时宁说查无依据不硬编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幻觉治理：检索为空时宁说查无依据不硬编。在两江智造产线上的用法：见工单starter与教师参考实现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评测口径：检索准确率与生成质量分开评——应用：见工单starter与教师参考实现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知识应用（6）：评测口径：检索准确率与生成质量分开评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评测口径：检索准确率与生成质量分开评。在两江智造产线上的用法：见工单starter与教师参考实现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切分粒度：太碎丢上下文太整检索糊，先按条目——应用：见工单starter与教师参考实现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检索双解：重合度打分(教学直观)→Chroma向量库(工程实现，见01包rag_chroma_demo)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引用标注：每条建议挂条目ID可点开溯源——应用：见工单starter与教师参考实现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幻觉治理：检索为空时宁说查无依据不硬编——应用：见工单starter与教师参考实现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评测口径：检索准确率与生成质量分开评——应用：见工单starter与教师参考实现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要点1：RAG三步：知识切分向量检索引用生成——应用：见工单starter与教师参考实现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要点2：切分粒度：太碎丢上下文太整检索糊，先按条目——应用：见工单starter与教师参考实现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要点3：检索双解：重合度打分(教学直观)→Chroma向量库(工程实现，见01包rag_chroma_demo)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能搭建最小RAG问答链路——应用：见工单starter与教师参考实现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能调top-k与相关度阈值——应用：见工单starter与教师参考实现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能输出带引用的回答——应用：见工单starter与教师参考实现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能做有无RAG对比评测——应用：见工单starter与教师参考实现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技能1：能搭建最小RAG问答链路——应用：见工单starter与教师参考实现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技能2：能调top-k与相关度阈值——应用：见工单starter与教师参考实现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技能3：能输出带引用的回答——应用：见工单starter与教师参考实现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技能4：能做有无RAG对比评测——应用：见工单starter与教师参考实现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RAG知识库问答（下）：优化与评价（实施要点）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关键代码：教学版检索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retrieve(q, k=3):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sims = [(cosine(q_vec, d_vec), doc) for doc, d_vec in ZIP]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sorted(sims, reverse=True)[:k]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代码走读：《教学版检索》逐段拆解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行1：def retrieve(q, k=3):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行2：sims = [(cosine(q_vec, d_vec), doc) for doc, d_vec 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行3：return sorted(sims, reverse=True)[:k]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关键代码：引用生成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ctx = "\n".join(f"[{i}] {d}" for i, (s, d) in enumerate(hits))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prompt = f"依据以下条目回答，标注[编号]:\n{ctx}\n问题: {q}"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代码走读：《引用生成》逐段拆解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行1：ctx = "\n".join(f"[{i}] {d}" for i, (s, d) in enumer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行2：prompt = f"依据以下条目回答，标注[编号]:\n{ctx}\n问题: {q}"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术语①：RAG三步——知识切分向量检索引用生成——应用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术语②：切分粒度：太碎丢上下文太整检索糊，先按条目——应用：见工单starter与教师参考实现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术语③：能搭建最小RAG问答链路——应用：见工单starter与教师参考实现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RAG知识库问答：备选方案决策矩阵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本课决策题：RAG知识库问答：备选方案决策矩阵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实施任务：工单M4-2《RAG知识库问答（下）：优化与评价》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检索≥80%+引用完整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检索≥90%+生成质量优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无RAG基线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直接问LLM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记录幻觉例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留证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幻觉案例≥2条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第1步：直接问LLM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第2步：记录幻觉例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第3步：留证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达标自检：幻觉案例≥2条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链路跑通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知识切分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检索top3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拼Prompt生成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检索≥80%有引用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第1步：知识切分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第2步：检索top3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第3步：拼Prompt生成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达标自检：检索≥80%有引用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参数调优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k对比3档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阈值过滤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评测表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检索≥85%可溯源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第1步：k对比3档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第2步：阈值过滤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第3步：评测表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达标自检：检索≥85%可溯源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多源融合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手册工单两库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结果融合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冲突消解策略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检索≥90%加融合说明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第1步：手册工单两库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第2步：结果融合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第3步：冲突消解策略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达标自检：检索≥90%加融合说明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检索全不中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query与库用词不搭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同义词扩展中文bigram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引用编号错乱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拼接时重排了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编号一次性生成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回答仍幻觉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检索空还硬答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空结果走查无依据分支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运行时出现「检索全不中」，你的排查顺序是？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原因是query与库用词不搭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错误速查复盘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优化冲刺（B/A层）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三层质检互查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当堂评分与反馈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下次课预告+微课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D·学徒（≥60）：无RAG基线——跟做保底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C·操作员（≥70）：链路跑通——基础完成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B·组长（≥80）：参数调优——标准达成+帮带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A·师傅（≥90）：多源融合——进阶拓展+费曼讲解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工单M4-2已发布，四层任务各自认领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提交物与评分（工单M4-2）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学号_姓名_M4-2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学生代码框架/w10_xxx_starter.py——TODO注释即步骤提示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微课知识卡：能搭建最小RAG问答链路——应用：见工单starter与教师参考（5分钟视频+导学单）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RAG三步：知识切分向量检索引用生成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切分粒度：太碎丢上下文太整检索糊，先按条目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检索双解：重合度打分(教学直观)→Chroma向量库(工程实现，见01包rag_chro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RAG知识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库问答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 · 切分粒度：太碎丢上下文太整检索糊，先按条目——应用：见工单starter与教师参考实现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能搭建最小RAG问答链路——应用：见工单starter与教师参考实现 · 能调top-k与相关度阈值——应用：见工单starter与教师参考实现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检索全不中 · 引用编号错乱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工单M4-2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本周主题：能搭建最小RAG问答链路——应用：见工单starter与教师参考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知识：RAG三步：知识切分向量检索引用生成；切分粒度：太碎丢上下文太整检索糊，先按条；检索双解：重合度打分(教学直观)→Chr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技能：能搭建最小RAG问答链路——应用：见工单starter与教师参考实现；能调top-k与相关度阈值——应用：见工单starter与教师参考实现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交付：工单M4-2《RAG知识库问答（下）：优化与评价》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按前缀写：feat:完成W13工单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能跑通仿真环境随机基线——应用：见工单start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W13课中查①：'检索全不中'这个报错怎么排查？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W13-第20次课-RAG知识库问答（下）：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