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开场30秒：本次课《认识工业数据的两大容器》，80分钟＝2课时×40分钟。课前已发工单+starter+微课知识卡，资讯·计划线上完成。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一号厂区发来一个月的传感器原始数据，中台拒收：缺失、异常、格式混乱。吴工：'数据不干净，后面全是空中楼阁。'——工单P2.1：Pandas七步清洗管道，质量评分冲85+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知识卡1：DataFrame二维表；shape/info/describe摸底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知识卡2：dropna/fillna/interpolate三策略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知识卡3：to_datetime(errors=coerce)多格式统一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知识卡4：combine_first填补有效值——应用：df['vib'].combine_first(df['vib_backup'])——主列空用备列填，两列都不空取主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知识卡5：IQR=Q3-Q1；1.5倍护栏——应用：q1,q3=df.vib.quantile([.25,.75]); fence=q3+1.5*(q3-q1); outliers=df[df.vib&gt;fence]——比3σ对异常值更稳健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知识卡6：业务阈值与统计法AND——应用：见工单starter与教师参考实现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知识卡7：清洗顺序：类型→缺失→异常→去重——应用：见工单starter与教师参考实现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应用页7：把知识点放回产线场景——先看代码输出，再回看定义，强化'学以致用'。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现场演示《三格式时间统一》：三步走——先整段跑通看结果，再逐行讲关键语句，最后现场改一个参数看输出变化（演10分钟的核心素材）。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现场演示《IQR×业务》：三步走——先整段跑通看结果，再逐行讲关键语句，最后现场改一个参数看输出变化（演10分钟的核心素材）。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工单发布话术：'数字化转型办公室发来工单P2.1《Pandas数据处理管道》，及格线是管，优秀线看A层标准'——念完发starter。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错误速查：现场演示第一条——制造「链式赋值警告」，带着学生按'现象→原因→解决'三步排查。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预习知识点：Pandas Series/DataFrame；数据清洗(缺失/异常) | 课中检查知识点：七步管道质量≥85%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认识工业数据的两大容器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认识工业数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据的两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DataFrame二维表；shape/info/describe摸底 · dropna/fillna/interpolate三策略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to_datetime(errors=coerce)多格式统一 · combine_first填补有效值——应用：df['vib'].combine_first(df['vib_backup'])——主列空用备列填，两列都不空取主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 · 三格式时间戳统一——应用：见工单starter与教师参考实现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基础知识线：DataFrame二维表；shape/info/describe摸底；dropna/fillna/interpolate三策略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继续夯实线：to_datetime(errors=coerce)多格式统一；combine_first填补有效值——应用：df['vib'].combine_first(df['vib_backup'])——主列空用备列填，两列都不空取主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技能线：七步管道构建与质量自测——应用：见工单starter与教师参考实现；三格式时间戳统一——应用：见工单starter与教师参考实现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P2.1《Pandas数据处理管道》——本课工单即考核单元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掌握DataFrame的核心操作；掌握缺失值、异常值、重复值的处理方法；理解数据质量四维度（完整性、准确性、一致性、时间性）。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能够构建完整的数据清洗管道（1000+行数据）；数据质量评分≥85%（优秀≥90%）；处理速度&lt;30秒；代码PEP 8≥75%。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目标：掌握DataFrame的核心操作；掌握缺失值、异常值、重复值的处理方法；理解数据质量四维度（完整性、准确性、一致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目标：能够构建完整的数据清洗管道（1000+行数据）；数据质量评分≥85%（优秀≥90%）；处理速度&lt;30秒；代码PE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目标：树立“数据质量是分析生命线”的工程意识，养成处理留痕、结果可验证的职业习惯。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题目：dropna/fillna/interpolate各适用什么场景？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链式赋值警告→用.loc或先copy()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一号厂区发来一个月的传感器原始数据，中台拒收：缺失、异常、格式混乱。吴工：'数据不干净，后面全是空中楼阁。'——工单P2.1：Pandas七步清洗管道，质量评分冲85+。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任务背景：一号厂区发来一个月的传感器原始数据，中台拒收：缺失、异常、格式混乱。吴工：'数据不干净，后面全是空中楼阁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掌握DataFrame的核心操作；掌握缺失值、异常值、重复值的处理方法；理解数据质量四维度（完整性、准确性、一致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能够构建完整的数据清洗管道（1000+行数据）；数据质量评分≥85%（优秀≥90%）；处理速度&lt;30秒；代码PE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树立“数据质量是分析生命线”的工程意识，养成处理留痕、结果可验证的职业习惯。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对应工单P2.1评分：功能40%+技术25%+规范20%+素养15%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dropna/fillna/interpolate各适用什么场景？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排错题：出现「链式赋值警告」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原因：视图上赋值；解决：用.loc或先copy()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DataFrame二维表；shape/info/describe摸底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剧情任务：一号厂区发来一个月的传感器原始数据，中台拒收：缺失、异常、格式混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DataFrame二维表；shape/info/describe摸底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dropna/fillna/interpolate三策略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to_datetime(errors=coerce)多格式统一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combine_first填补有效值——应用：df['vib'].combine_first(df['vib_backup'])——主列空用备列填，两列都不空取主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知识应用（4）：combine_first填补有效值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combine_first填补有效值。在两江智造产线上的用法：df['vib'].combine_first(df['vib_backup'])——主列空用备列填，两列都不空取主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df['vib'].combine_first(df['vib_backup'])——主列空用备列填，两列都不空取主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IQR=Q3-Q1；1.5倍护栏——应用：q1,q3=df.vib.quantile([.25,.75]); fence=q3+1.5*(q3-q1); outliers=df[df.vib&gt;fence]——比3σ对异常值更稳健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知识应用（5）：IQR=Q3-Q1；1.5倍护栏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IQR=Q3-Q1；1.5倍护栏。在两江智造产线上的用法：q1,q3=df.vib.quantile([.25,.75]); fence=q3+1.5*(q3-q1); outliers=df[df.vib&gt;fence]——比3σ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q1,q3=df.vib.quantile([.25,.75]); fence=q3+1.5*(q3-q1); outliers=df[df.vib&gt;fence]——比3σ对异常值更稳健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业务阈值与统计法AND——应用：见工单starter与教师参考实现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知识应用（6）：业务阈值与统计法AND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业务阈值与统计法AND。在两江智造产线上的用法：见工单starter与教师参考实现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清洗顺序：类型→缺失→异常→去重——应用：见工单starter与教师参考实现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知识应用（7）：清洗顺序：类型→缺失→异常→去重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清洗顺序：类型→缺失→异常→去重。在两江智造产线上的用法：见工单starter与教师参考实现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DataFrame二维表；shape/info/describe摸底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dropna/fillna/interpolate三策略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to_datetime(errors=coerce)多格式统一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combine_first填补有效值——应用：df['vib'].combine_first(df['vib_backup'])——主列空用备列填，两列都不空取主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IQR=Q3-Q1；1.5倍护栏——应用：q1,q3=df.vib.quantile([.25,.75]); fence=q3+1.5*(q3-q1); outliers=df[df.vib&gt;fence]——比3σ对异常值更稳健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DataFrame三板斧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df.shape/head/info/describe先摸底；loc/iloc切片；dropna/fillna/interpolate处理缺失——先看数据再动手。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三种时间戳格式统一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对每种format各to_datetime(errors='coerce')得三列，combine_first依次填补——脏数据整合的标准套路。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要点1：('DataFrame三板斧', 'df.shape/head/info/describe先摸底；loc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要点2：('三种时间戳格式统一', "对每种format各to_datetime(errors='coerce'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三格式时间戳统一——应用：见工单starter与教师参考实现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IQR×业务阈值异常处理——应用：见工单starter与教师参考实现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决策矩阵驱动策略选择——应用：见工单starter与教师参考实现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技能1：七步管道构建与质量自测——应用：见工单starter与教师参考实现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技能2：三格式时间戳统一——应用：见工单starter与教师参考实现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技能3：IQR×业务阈值异常处理——应用：见工单starter与教师参考实现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技能4：决策矩阵驱动策略选择——应用：见工单starter与教师参考实现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认识工业数据的两大容器（1）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Pandas核心对象：Series、DataFrame、Index；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数据加载：read_csv/read_excel/read_json；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数据检查三板斧：shape、info()、describe()、head()。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关键代码：三格式时间统一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parts = [pd.to_datetime(df.ts, format=f, errors="coerce")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for f in ("%Y-%m-%d %H:%M:%S", "%m/%d/%Y %H:%M",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"%Y%m%d%H%M%S")]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ts = parts[0]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parts[1:]: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ts = ts.combine_first(p)      # 依次填补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df["ts"] = 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代码走读：《三格式时间统一》逐段拆解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行1：parts = [pd.to_datetime(df.ts, format=f, errors="coe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行2：for f in ("%Y-%m-%d %H:%M:%S", "%m/%d/%Y %H:%M",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行3："%Y%m%d%H%M%S")]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行4：ts = parts[0]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行5：for p in parts[1:]: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0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9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关键代码：IQR×业务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q1, q3 = df.temp.quantile([.25, .75]); iqr = q3 - q1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mask = (df.temp &lt; q1-1.5*iqr) | (df.temp &gt; q3+1.5*iqr) | (df.temp &gt; 120)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df = df[~mask]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代码走读：《IQR×业务》逐段拆解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行1：q1, q3 = df.temp.quantile([.25, .75]); iqr = q3 - q1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行2：mask = (df.temp &lt; q1-1.5*iqr) | (df.temp &gt; q3+1.5*iq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行3：df = df[~mask]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决策：缺失值策略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信息损失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偏差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dropna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均值填充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插值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本课决策题：决策：缺失值策略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实施任务：工单P2.1《Pandas数据处理管道》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--peek预览+缺失统计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to_datetime三格式统一(combine_first)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清洗+类型转换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管道完整+质量≥85%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质量≥88%+日志可复现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--peek观察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预览数据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数缺失/类型错各几个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记录到工单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能数出问题类型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第1步：预览数据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第2步：数缺失/类型错各几个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第3步：记录到工单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达标自检：能数出问题类型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to_numeric转NaN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dropna简单处理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输出评分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质量≥85%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第1步：to_numeric转NaN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第2步：dropna简单处理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第3步：输出评分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达标自检：质量≥85%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完整管道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类型转换+时间统一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插值+IQR处理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去重输出clean.csv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质量≥88%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第1步：类型转换+时间统一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第2步：插值+IQR处理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第3步：去重输出clean.csv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达标自检：质量≥88%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增量处理+质量90+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只清洗新增行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质量冲90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日志记录每步行数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处理日志全留痕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数据质量报告加“处理日志”：每步操作与行数变化全程留痕)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第1步：只清洗新增行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第2步：质量冲90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第3步：日志记录每步行数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达标自检：处理日志全留痕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--peek预览+缺失统计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to_datetime三格式统一(combine_first)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清洗+类型转换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链式赋值警告→用.loc或先copy()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to_numeric(errors=coerce)把'N/A'变NaN统一处理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清洗顺序：类型→缺失→异常→去重，别乱序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链式赋值警告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视图上赋值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用.loc或先copy()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统计量被污染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异常值前先归一化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先清洗后缩放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评分上不去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时间列没转datetime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统一格式后重评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运行时出现「链式赋值警告」，你的排查顺序是？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原因是视图上赋值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D·学徒（≥60）：--peek观察——跟做保底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C·操作员（≥70）：基础清洗——基础完成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B·组长（≥80）：完整管道——标准达成+帮带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A·师傅（≥90）：增量处理+质量90+——进阶拓展+费曼讲解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步骤1：--peek预览+缺失统计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步骤2：to_datetime三格式统一(combine_first)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步骤3：清洗+类型转换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工单P2.1已发布，四层任务各自认领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提交物与评分（工单P2.1）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学号_姓名_P2.1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完成工单P2.1《Pandas数据处理管道》：及格标准管道完整+质量≥85%；优秀标准特殊格式处理+质量≥90%+PEP 8≥85%；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撰写数据质量报告（问题类型统计与处理决策说明）；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预习NumPy数组基础。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微课知识卡：七步管道构建与质量自测——应用：见工单starter与教师参考实（5分钟视频+导学单）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DataFrame二维表；shape/info/describe摸底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dropna/fillna/interpolate三策略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to_datetime(errors=coerce)多格式统一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认识工业数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据的两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DataFrame二维表；shape/info/describe摸底 · dropna/fillna/interpolate三策略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七步管道构建与质量自测——应用：见工单starter与教师参考实现 · 三格式时间戳统一——应用：见工单starter与教师参考实现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链式赋值警告 · 统计量被污染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工单P2.1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本周主题：七步管道构建与质量自测——应用：见工单starter与教师参考实——5分钟视频+导学单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dropna/fillna/interpolate各适用什么场景？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排错题：出现「链式赋值警告」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原因：视图上赋值；解决：用.loc或先copy()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DataFrame二维表；shape/info/describe摸底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知识：DataFrame二维表；shape/i；dropna/fillna/interp；to_datetime(errors=c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技能：七步管道构建与质量自测——应用：见工单starter与教师参考实现；三格式时间戳统一——应用：见工单starter与教师参考实现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交付：工单P2.1《Pandas数据处理管道》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105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按前缀写：feat:完成W3工单核心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104 / 105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特征字典驱动补齐30维特征——应用：见工单sta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