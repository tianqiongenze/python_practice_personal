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开场30秒：本次课《把模型部署到产线边缘》，80分钟＝2课时×40分钟。课前已发工单+starter+微课知识卡，资讯·计划线上完成。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知识卡1：五步流：划分/训练/CV/调参/保存——应用：见工单starter与教师参考实现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知识卡2：混淆矩阵对角=对；业务代价看漏检——应用：见工单starter与教师参考实现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知识卡3：F1宏平均；交叉验证防偶然——应用：见工单starter与教师参考实现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知识卡4：joblib保存+版本命名——应用：见工单starter与教师参考实现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知识卡5：推理服务：POST JSON→预测→返回——应用：见工单starter与教师参考实现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知识卡6：warmup后测p95延迟——应用：见工单starter与教师参考实现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现场演示《推理服务核心》：三步走——先整段跑通看结果，再逐行讲关键语句，最后现场改一个参数看输出变化（演10分钟的核心素材）。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工单发布话术：'数字化转型办公室发来工单P6.2《缺陷检测模型部署》，及格线是推，优秀线看A层标准'——念完发starter。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错误速查：现场演示第一条——制造「预测恒同一类」，带着学生按'现象→原因→解决'三步排查。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把模型部署到产线边缘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把模型部署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到产线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 · joblib保存+版本命名——应用：见工单starter与教师参考实现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基础知识线：五步流：划分/训练/CV/调参/保存——应用：见工单starter与教师参考实现；混淆矩阵对角=对；业务代价看漏检——应用：见工单starter与教师参考实现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继续夯实线：F1宏平均；交叉验证防偶然——应用：见工单starter与教师参考实现；joblib保存+版本命名——应用：见工单starter与教师参考实现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P6.2《缺陷检测模型部署》——本课工单即考核单元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目标：建立“数据→特征→模型→服务”的端到端工程视野，培养模型版本管理与可复现的工程规范意识。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http.server单线程阻塞——教学够用吗？生产换什么？(决策追责点)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题目：http.server单线程阻塞——教学够用吗？生产换什么？(决策追责点)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http.server单线程阻塞——教学够用吗？生产换什么？(决策追责点)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参数校验：字段缺失/长度不对返400+明确错误信息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任务背景：收官。方总监把P2.2的特征和P5的仓库摆上桌：'最后一步，让数据学会预判。'——工单P6：训练故障诊断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掌握Scikit-learn分类建模全流程；理解交叉验证与混淆矩阵的评估方法；了解迁移学习与ONNX部署的基本概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能够用P2.2特征训练故障诊断模型（F1≥0.80）；能够将模型封装为推理服务并测试性能；完成前后项目的系统集成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对应工单P6.2评分：功能40%+技术25%+规范20%+素养15%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http.server单线程阻塞——教学够用吗？生产换什么？(决策追责点)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原因：特征顺序错位；解决：feature_names.json对齐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五步流：划分/训练/CV/调参/保存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剧情任务：收官。方总监把P2.2的特征和P5的仓库摆上桌：'最后一步，让数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知识应用（1）：五步流：划分/训练/CV/调参/保存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五步流：划分/训练/CV/调参/保存。在两江智造产线上的用法：见工单starter与教师参考实现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知识应用（2）：混淆矩阵对角=对；业务代价看漏检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混淆矩阵对角=对；业务代价看漏检。在两江智造产线上的用法：见工单starter与教师参考实现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知识应用（3）：F1宏平均；交叉验证防偶然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F1宏平均；交叉验证防偶然。在两江智造产线上的用法：见工单starter与教师参考实现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知识应用（4）：joblib保存+版本命名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joblib保存+版本命名。在两江智造产线上的用法：见工单starter与教师参考实现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知识应用（5）：推理服务：POST JSON→预测→返回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推理服务：POST JSON→预测→返回。在两江智造产线上的用法：见工单starter与教师参考实现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warmup后测p95延迟——应用：见工单starter与教师参考实现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知识应用（6）：warmup后测p95延迟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warmup后测p95延迟。在两江智造产线上的用法：见工单starter与教师参考实现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混淆矩阵对角=对；业务代价看漏检——应用：见工单starter与教师参考实现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F1宏平均；交叉验证防偶然——应用：见工单starter与教师参考实现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joblib保存+版本命名——应用：见工单starter与教师参考实现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推理服务：POST JSON→预测→返回——应用：见工单starter与教师参考实现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推理服务三要素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POST /predict收JSON→模型推理→JSON返回+状态码。方案A用http.server够教学；生产用Litestar+Granian(见P6框架文件方案B)——决策矩阵留痕。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性能测试口径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warmup后计时：单次延迟p95、100次平均——“快不快”要有量化口径。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要点1：('推理服务三要素', 'POST /predict收JSON→模型推理→JSON返回+状态码。方案A用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要点2：('性能测试口径', 'warmup后计时：单次延迟p95、100次平均——“快不快”要有量化口径。')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模型接入P5库联动——应用：见工单starter与教师参考实现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推理服务封装与压测——应用：见工单starter与教师参考实现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特征顺序对齐校验——应用：见工单starter与教师参考实现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技能1：诊断模型训练与F1达标——应用：见工单starter与教师参考实现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技能2：模型接入P5库联动——应用：见工单starter与教师参考实现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技能3：推理服务封装与压测——应用：见工单starter与教师参考实现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技能4：特征顺序对齐校验——应用：见工单starter与教师参考实现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把模型部署到产线边缘（1）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深度学习轻量化：CNN/LSTM基础回顾、迁移学习概念；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模型导出与部署：ONNX格式、推理接口封装；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边缘部署要点：性能（延迟/吞吐）、模型版本管理；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工单P6.2实操：基于教师端训练产出的预训练缺陷检测模型（离线模型包，训练过程演示回放），学生聚焦评估调参、推理服务封装与性能测试；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课程总结与综合项目（P7，扩展周可选）说明。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关键代码：推理服务核心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do_POST(self):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body = json.loads(self.rfile.read(int(self.headers["Content-Length"])))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feats = body["features"]; assert len(feats) ==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pred = int(model.predict([feats])[0])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self._send(200, {"prediction": pred,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"label": "磨损" if pred else "正常"})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代码走读：《推理服务核心》逐段拆解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do_POST(self):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行2：body = json.loads(self.rfile.read(int(self.headers["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行3：feats = body["features"]; assert len(feats) ==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行4：pred = int(model.predict([feats])[0])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行5：self._send(200, {"prediction": pred,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决策：部署形态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并发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脚本批处理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HTTP服务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边缘定时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本课决策题：决策：部署形态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实施任务：工单P6.2《缺陷检测模型部署》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预训练模型包本地推理(≥10样本)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POST /predict服务封装(JSON入出)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延迟测试+版本命名(model_v1)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推理服务可调通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异常处理(404/参数错)+延迟记录+P7立项(超优)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调用体验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发一次预测请求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看返回JSON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能发请求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第2步：发一次预测请求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第3步：看返回JSON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达标自检：能发请求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基线模型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RF训练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joblib保存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F1达标能保存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第1步：RF训练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第2步：混淆矩阵输出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第3步：joblib保存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达标自检：F1达标能保存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训练+服务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五步流训练保存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接入数据库联动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curl测试/predict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F1≥0.80+可调用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第1步：五步流训练保存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第2步：接入数据库联动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第3步：curl测试/predict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达标自检：F1≥0.80+可调用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ONNX对比+P7立项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导出ONNX测延迟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三模型对比报告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P7综合项目立项书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延迟量化对比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ONNX导出对比：torch/sklearn模型转ONNX后延迟变化量化)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第1步：导出ONNX测延迟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第2步：三模型对比报告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第3步：P7综合项目立项书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达标自检：延迟量化对比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预训练模型包本地推理(≥10样本)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POST /predict服务封装(JSON入出)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延迟测试+版本命名(model_v1)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参数校验：字段缺失/长度不对返400+明确错误信息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模型加载放启动时，别放请求里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版本管理：模型/代码/特征字典版本三对齐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预测恒同一类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feature_names.json对齐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模型加载失败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版本不匹配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记录sklearn版本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服务卡死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单线程长阻塞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教学够用/生产Litestar+Granian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运行时出现「预测恒同一类」，你的排查顺序是？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原因是特征顺序错位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D·学徒（≥60）：调用体验——跟做保底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C·操作员（≥70）：基线模型——基础完成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B·组长（≥80）：训练+服务——标准达成+帮带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A·师傅（≥90）：ONNX对比+P7立项——进阶拓展+费曼讲解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步骤1：预训练模型包本地推理(≥10样本)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步骤2：POST /predict服务封装(JSON入出)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步骤3：延迟测试+版本命名(model_v1)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工单P6.2已发布，四层任务各自认领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提交物与评分（工单P6.2）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学号_姓名_P6.2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P6.2的技能点即其最小实现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微课知识卡：诊断模型训练与F1达标——应用：见工单starter与教师参考实（5分钟视频+导学单）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五步流：划分/训练/CV/调参/保存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混淆矩阵对角=对；业务代价看漏检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F1宏平均；交叉验证防偶然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把模型部署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到产线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五步流：划分/训练/CV/调参/保存——应用：见工单starter与教师参考实现 · 混淆矩阵对角=对；业务代价看漏检——应用：见工单starter与教师参考实现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诊断模型训练与F1达标——应用：见工单starter与教师参考实现 · 模型接入P5库联动——应用：见工单starter与教师参考实现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预测恒同一类 · 模型加载失败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工单P6.2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本周主题：诊断模型训练与F1达标——应用：见工单starter与教师参考实——5分钟视频+导学单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http.server单线程阻塞——教学够用吗？生产换什么？(决策追责点)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排错题：出现「预测恒同一类」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原因：特征顺序错位；解决：feature_names.json对齐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五步流：划分/训练/CV/调参/保存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知识：五步流：划分/训练/CV/调参/保存；混淆矩阵对角=对；业务代价看漏检；F1宏平均；交叉验证防偶然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技能：诊断模型训练与F1达标——应用：见工单starter与教师参考实现；模型接入P5库联动——应用：见工单starter与教师参考实现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交付：工单P6.2《缺陷检测模型部署》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