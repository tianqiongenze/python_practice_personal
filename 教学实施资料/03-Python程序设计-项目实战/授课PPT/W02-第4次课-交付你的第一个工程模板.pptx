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开场30秒：本次课《交付你的第一个工程模板》，80分钟＝2课时×40分钟。课前已发工单+starter+微课知识卡，资讯·计划线上完成。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情境说书（30秒，口头讲，不必逐字念）：进组第一件事不是写代码。方总监下令：全组统一工程底座，'以后所有代码都长在这个模板上。'——工单P1.2：交付标准工程模板（venv+Git+目录规范），模板即资产。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知识卡1：标准结构：src/tests/config/data/docs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知识卡2：venv沙箱隔离；requirements.txt冻结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知识卡3：Git五步：init/add/commit/branch/merge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知识卡4：commit前缀：feat:/fix:/docs: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知识卡5：pylint评分≥8.5；black格式化——应用：见工单starter与教师参考实现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知识卡6：pytest自动发现test_函数——应用：def test_clean():assert...——文件名test_开头函数自动被pytest收集运行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现场演示《规范提交》：三步走——先整段跑通看结果，再逐行讲关键语句，最后现场改一个参数看输出变化（演10分钟的核心素材）。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工单发布话术：'数字化转型办公室发来工单P1.2《标准Python工程模板》，及格线是v，优秀线看A层标准'——念完发starter。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错误速查：现场演示第一条——制造「venv被提交」，带着学生按'现象→原因→解决'三步排查。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预习知识点：PEP8规范；Git基本操作(init/add/commit) | 课中检查知识点：工程模板可运行；能git commit一次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交付你的第一个工程模板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Git/GitHub（工程模板核心·五步工作流）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交付你的第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一个工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标准结构：src/tests/config/data/docs · venv沙箱隔离；requirements.txt冻结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Git五步：init/add/commit/branch/merge · commit前缀：feat:/fix:/docs: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 · dev分支开发与规范合并——应用：见工单starter与教师参考实现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基础知识线：标准结构：src/tests/config/data/docs；venv沙箱隔离；requirements.txt冻结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继续夯实线：Git五步：init/add/commit/branch/merge；commit前缀：feat:/fix:/docs: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技能线：生成标准工程模板并推Git——应用：见工单starter与教师参考实现；dev分支开发与规范合并——应用：见工单starter与教师参考实现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P1.2《标准Python工程模板》——本课工单即考核单元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掌握PEP 8规范要点；掌握venv虚拟环境与requirements.txt依赖管理；掌握Git基本工作流与项目结构规范。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能够搭建含src/tests/docs/config的标准工程模板；能够完成Git仓库初始化与规范提交；能够配置代码检查与自动格式化工具。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目标：掌握PEP 8规范要点；掌握venv虚拟环境与requirements.txt依赖管理；掌握Git基本工作流与项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目标：能够搭建含src/tests/docs/config的标准工程模板；能够完成Git仓库初始化与规范提交；能够配置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目标：建立“代码是团队资产”的协作意识，养成规范化、可追溯的工程开发习惯。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commit message为什么要feat:/fix:前缀？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题目：commit message为什么要feat:/fix:前缀？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commit message为什么要feat:/fix:前缀？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断言要具体：assert f(100)==(212.0,373.15)而非assert f(100)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进组第一件事不是写代码。方总监下令：全组统一工程底座，'以后所有代码都长在这个模板上。'——工单P1.2：交付标准工程模板（venv+Git+目录规范），模板即资产。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任务背景：进组第一件事不是写代码。方总监下令：全组统一工程底座，'以后所有代码都长在这个模板上。'——工单P1.2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掌握PEP 8规范要点；掌握venv虚拟环境与requirements.txt依赖管理；掌握Git基本工作流与项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能够搭建含src/tests/docs/config的标准工程模板；能够完成Git仓库初始化与规范提交；能够配置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对应工单P1.2评分：功能40%+技术25%+规范20%+素养15%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commit message为什么要feat:/fix:前缀？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排错题：出现「venv被提交」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原因：.gitignore缺；解决：加venv/与__pycache__/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标准结构：src/tests/config/data/docs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剧情任务：进组第一件事不是写代码。方总监下令：全组统一工程底座，'以后所有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标准结构：src/tests/config/data/docs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venv沙箱隔离；requirements.txt冻结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Git五步：init/add/commit/branch/merge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commit前缀：feat:/fix:/docs: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pylint评分≥8.5；black格式化——应用：见工单starter与教师参考实现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知识应用（5）：pylint评分≥8.5；black格式化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pylint评分≥8.5；black格式化。在两江智造产线上的用法：见工单starter与教师参考实现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pytest自动发现test_函数——应用：def test_clean():assert...——文件名test_开头函数自动被pytest收集运行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知识应用（6）：pytest自动发现test_函数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pytest自动发现test_函数。在两江智造产线上的用法：def test_clean():assert...——文件名test_开头函数自动被pytest收集运行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test_clean():assert...——文件名test_开头函数自动被pytest收集运行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标准结构：src/tests/config/data/docs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venv沙箱隔离；requirements.txt冻结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Git五步：init/add/commit/branch/merge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commit前缀：feat:/fix:/docs: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pylint评分≥8.5；black格式化——应用：见工单starter与教师参考实现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检查工具分工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pylint全量严格（评分8.5+）、flake8轻量快、black只管格式化——工具链组合拳而非单打。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第一个单元测试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test_开头函数+assert断言；pytest自动发现。测的是“行为预期”而不是“跑通就行”。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要点1：('检查工具分工', 'pylint全量严格（评分8.5+）、flake8轻量快、black只管格式化—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要点2：('第一个单元测试', 'test_开头函数+assert断言；pytest自动发现。测的是“行为预期”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dev分支开发与规范合并——应用：见工单starter与教师参考实现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配置检查工具与自动格式化——应用：见工单starter与教师参考实现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编写第一个单元测试——应用：见工单starter与教师参考实现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技能1：生成标准工程模板并推Git——应用：见工单starter与教师参考实现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技能2：dev分支开发与规范合并——应用：见工单starter与教师参考实现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技能3：配置检查工具与自动格式化——应用：见工单starter与教师参考实现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技能4：编写第一个单元测试——应用：见工单starter与教师参考实现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交付你的第一个工程模板（1）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项目结构设计：src/、tests/、docs/、data/、config/目录规范；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工具链配置：PyCharm CE扩展、pylint/flake8检查、black自动格式化；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单元测试入门：pytest编写与运行；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日志系统与配置管理（settings.yaml）；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工单P1.2实操：搭建标准Python工程模板并上传Git仓库。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关键代码：规范提交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checkout -b dev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add src/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commit -m "feat: 完成数据采集模块"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checkout main &amp;&amp; git merge 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代码走读：《规范提交》逐段拆解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行1：git checkout -b dev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行2：git add src/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行3：git commit -m "feat: 完成数据采集模块"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行4：git checkout main &amp;&amp; git merge dev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决策：检查工具选型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严格度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自动修复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pylint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flake8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black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本课决策题：决策：检查工具选型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实施任务：工单P1.2《标准Python工程模板》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pytest为题1写3个断言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pylint评分≥8.5截图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重构P1.1入模板(规范commit)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venv可用+仓库+结构完整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CI/pre-commit钩子(超优)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Git四关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闯关练习四关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每步截图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commit带说明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init到merge走通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第1步：闯关练习四关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第2步：每步截图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第3步：commit带说明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达标自检：init到merge走通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生成模板目录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git init+首次commit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跑通main.py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结构完整可运行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第1步：生成模板目录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第2步：git init+首次commit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第3步：跑通main.py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达标自检：结构完整可运行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模板+工具链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运行p12模板生成器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flake8+black配置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为题1写3断言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pylint≥8.5+pytest过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第1步：运行p12模板生成器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第2步：flake8+black配置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第3步：为题1写3断言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达标自检：pylint≥8.5+pytest过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CI/pre-commit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GitHub Actions配置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pre-commit钩子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pylint 9+截图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Actions绿钩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GitHub Actions：push自动跑pytest，绿钩截图入工单)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第1步：GitHub Actions配置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第2步：pre-commit钩子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第3步：pylint 9+截图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达标自检：Actions绿钩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pytest为题1写3个断言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pylint评分≥8.5截图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重构P1.1入模板(规范commit)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断言要具体：assert f(100)==(212.0,373.15)而非assert f(100)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分支覆盖：无实根/有实根两条路径都测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pylint警告逐条消，理解比压制强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venv被提交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.gitignore缺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加venv/与__pycache__/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全局py环境混乱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没激活venv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看终端前缀(venv)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一次commit全部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小步提交带前缀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运行时出现「venv被提交」，你的排查顺序是？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原因是.gitignore缺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D·学徒（≥60）：Git四关——跟做保底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C·操作员（≥70）：基础模板——基础完成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B·组长（≥80）：模板+工具链——标准达成+帮带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A·师傅（≥90）：CI/pre-commit——进阶拓展+费曼讲解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步骤1：pytest为题1写3个断言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步骤2：pylint评分≥8.5截图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步骤3：重构P1.1入模板(规范commit)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工单P1.2已发布，四层任务各自认领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用模板重构P1.1练习代码并提交规范commit；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预习Pandas的Series与DataFrame概念。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微课知识卡：生成标准工程模板并推Git——应用：见工单starter与教师参（5分钟视频+导学单）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标准结构：src/tests/config/data/docs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venv沙箱隔离；requirements.txt冻结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Git五步：init/add/commit/branch/merge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交付你的第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一个工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标准结构：src/tests/config/data/docs · venv沙箱隔离；requirements.txt冻结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 · dev分支开发与规范合并——应用：见工单starter与教师参考实现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venv被提交 · 全局py环境混乱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本周主题：生成标准工程模板并推Git——应用：见工单starter与教师参——5分钟视频+导学单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message为什么要feat:/fix:前缀？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排错题：出现「venv被提交」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原因：.gitignore缺；解决：加venv/与__pycache__/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标准结构：src/tests/config/data/docs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知识：标准结构：src/tests/confi；venv沙箱隔离；requirement；Git五步：init/add/commi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技能：生成标准工程模板并推Git——应用：见工单starter与教师参考实现；dev分支开发与规范合并——应用：见工单starter与教师参考实现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交付：工单P1.2《标准Python工程模板》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按前缀写：feat:完成W2工单核心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七步管道构建与质量自测——应用：见工单start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