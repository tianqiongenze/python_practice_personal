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开场30秒：本次课《带着C语言底子学Python》，80分钟＝2课时×40分钟。课前已发工单+starter+微课知识卡，资讯·计划线上完成。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知识卡1：C→Python映射：声明→动态/大括号→缩进/指针→引用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知识卡2：引用语义：b=a后改b会动a(列表不拷贝)——应用：import copy; b=copy.deepcopy(a)——浅拷贝改b动a，深拷贝才安全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知识卡3：列表append动态扩容；字典O(1)查找——应用：buffer.append(row); len(buffer)&gt;=1000时批量写库——无需预分配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知识卡4：try/except替代错误码层层上抛——应用：try:conn=connect() except TimeoutError as e:log(e);retry()——异常分层捕获不丢栈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知识卡5：类=struct+函数指针的升级——应用：class Device: code=''; def start(self):...——数据+行为打包，比C的struct+函数指针更安全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知识卡6：缩进统一4空格禁Tab混用——应用：见工单starter与教师参考实现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现场演示《引用vs拷贝(C人必踩)》：三步走——先整段跑通看结果，再逐行讲关键语句，最后现场改一个参数看输出变化（演10分钟的核心素材）。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现场演示《异常读取》：三步走——先整段跑通看结果，再逐行讲关键语句，最后现场改一个参数看输出变化（演10分钟的核心素材）。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工单发布话术：'数字化转型办公室发来工单P1.1《Python基础练习五题》，及格线是≥，优秀线看A层标准'——念完发starter。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错误速查：现场演示第一条——制造「b改a也变」，带着学生按'现象→原因→解决'三步排查。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预习知识点：Python基础回顾(C→Python迁移)；venv虚拟环境 | 课中检查知识点：五题闯关全过；能创建venv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带着C语言底子学Python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 · try/except替代错误码层层上抛——应用：try:conn=connect() except TimeoutError as e:log(e);retry()——异常分层捕获不丢栈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基础知识线：C→Python映射：声明→动态/大括号→缩进/指针→引用；引用语义：b=a后改b会动a(列表不拷贝)——应用：import copy; b=copy.deepcopy(a)——浅拷贝改b动a，深拷贝才安全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继续夯实线：列表append动态扩容；字典O(1)查找——应用：buffer.append(row); len(buffer)&gt;=1000时批量写库——无需预分配；try/except替代错误码层层上抛——应用：try:conn=connect() except TimeoutError as e:log(e);retry()——异常分层捕获不丢栈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P1.1《Python基础练习五题》——本课工单即考核单元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目标：能够独立完成5个Python基础练习题（及格≥3题正确运行）；代码PEP 8规范达75%；具备基本的调试排错能力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目标：建立多语言工程视野，体会“语言是工具、问题是中心”的工程观，为快速学习新语言建立方法论。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缩进混用Tab/空格是迁移第一坑，统一4空格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任务背景：实习第一天，吴工丢来一份《新员工Python能力测评》：'你C语言底子不错，今天把这五道题过了，明天进项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C的int a[10]对应Python什么？引用语义和指针区别？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排错题：出现「b改a也变」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原因：引用语义；解决：list(a)或a.copy()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C→Python映射：声明→动态/大括号→缩进/指针→引用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剧情任务：实习第一天，吴工丢来一份《新员工Python能力测评》：'你C语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知识应用（2）：引用语义：b=a后改b会动a(列表不拷贝)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引用语义：b=a后改b会动a(列表不拷贝)。在两江智造产线上的用法：import copy; b=copy.deepcopy(a)——浅拷贝改b动a，深拷贝才安全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copy; b=copy.deepcopy(a)——浅拷贝改b动a，深拷贝才安全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知识应用（3）：列表append动态扩容；字典O(1)查找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列表append动态扩容；字典O(1)查找。在两江智造产线上的用法：buffer.append(row); len(buffer)&gt;=1000时批量写库——无需预分配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buffer.append(row); len(buffer)&gt;=1000时批量写库——无需预分配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知识应用（4）：try/except替代错误码层层上抛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try/except替代错误码层层上抛。在两江智造产线上的用法：try:conn=connect() except TimeoutError as e:log(e);retry()——异常分层捕获不丢栈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try:conn=connect() except TimeoutError as e:log(e);retry()——异常分层捕获不丢栈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知识应用（5）：类=struct+函数指针的升级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类=struct+函数指针的升级。在两江智造产线上的用法：class Device: code=''; def start(self):...——数据+行为打包，比C的struct+函数指针更安全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 code=''; def start(self):...——数据+行为打包，比C的struct+函数指针更安全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缩进统一4空格禁Tab混用——应用：见工单starter与教师参考实现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知识应用（6）：缩进统一4空格禁Tab混用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缩进统一4空格禁Tab混用。在两江智造产线上的用法：见工单starter与教师参考实现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C→Python映射表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声明→动态类型；大括号→缩进；指针→引用语义（a=b传的是“别名”，列表赋值不拷贝！）；struct+函数指针→类。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动态数组的正确姿势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list.append而非固定长度；字典=哈希表O(1)查——C里手写的活儿内置了。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要点1：('C→Python映射表', '声明→动态类型；大括号→缩进；指针→引用语义（a=b传的是“别名”，列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要点2：('动态数组的正确姿势', 'list.append而非固定长度；字典=哈希表O(1)查——C里手写的活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五题渐进练习全通过pytest断言——应用：见工单starter与教师参考实现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异常保护文件读取——应用：见工单starter与教师参考实现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编写C→Python迁移笔记——应用：见工单starter与教师参考实现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技能1：双栏对照法完成语法迁移——应用：见工单starter与教师参考实现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技能2：五题渐进练习全通过pytest断言——应用：见工单starter与教师参考实现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技能3：异常保护文件读取——应用：见工单starter与教师参考实现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技能4：编写C→Python迁移笔记——应用：见工单starter与教师参考实现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带着C语言底子学Python（1）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C与Python对比导览：解释型vs编译型、缩进vs大括号、动态类型vs静态类型；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基础语法迁移：变量、运算符、控制流（if/while/for/break/continue）；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函数定义与调用：与C函数的对照（默认参数、关键字参数）；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指针→对象：Python引用语义与C指针的异同。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关键代码：引用vs拷贝(C人必踩)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 = [1, 2, 3]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 = a              # 引用!类似指针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b.append(4)        # a也变了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 = list(a)        # 真拷贝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代码走读：《引用vs拷贝(C人必踩)》逐段拆解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行1：a = [1, 2,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行2：b = a              # 引用!类似指针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行3：b.append(4)        # a也变了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行4：c = list(a)        # 真拷贝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关键代码：异常读取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with open(path, encoding="utf-8") as f: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f.read()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FileNotFoundError: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"FILE_NOT_FOUND"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代码走读：《异常读取》逐段拆解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行1：try: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行2：with open(path, encoding="utf-8") as f: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f.read()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行4：except FileNotFoundError: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行5：return "FILE_NOT_FOUND"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决策：题3容器选型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元组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按ID查设备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保持顺序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ID不可变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本课决策题：决策：题3容器选型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实施任务：工单P1.1《Python基础练习五题》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题1-2: 换算器/一元二次(含分支)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题3: 设备增删改查(字典)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题4: PLC子类(scan_ms)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≥3题正确+PEP8≥75%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5题全对+PEP8≥85%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两题跟做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跟做题1/2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改参数再跑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记录一处差异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能运行出结果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第1步：跟做题1/2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第2步：改参数再跑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第3步：记录一处差异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达标自检：能运行出结果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三题保底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换算器+方程+字典管理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断言通过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注释补全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题1-3正确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第1步：换算器+方程+字典管理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第2步：断言通过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第3步：注释补全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达标自检：题1-3正确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五题全对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完成题1-5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过内置断言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命名规范检查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第1步：完成题1-5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第2步：过内置断言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第3步：命名规范检查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达标自检：PEP8≥85%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五题+测试用例+讲解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每题附3边界断言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pytest全绿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挑1条向全班讲解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PEP8≥85%+笔记10条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每题附3个边界断言（空输入/极值/异常），pytest跑绿)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第1步：每题附3边界断言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第2步：pytest全绿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第3步：挑1条向全班讲解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达标自检：PEP8≥85%+笔记10条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题1-2: 换算器/一元二次(含分支)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题3: 设备增删改查(字典)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题4: PLC子类(scan_ms)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缩进混用Tab/空格是迁移第一坑，统一4空格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b=a后改b会动a——拷贝用list(a)或a.copy()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f-string替代printf，类型自动转换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b改a也变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list(a)或a.copy()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混用Tab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跨编辑器报错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统一4空格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=当==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条件失效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比较用==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运行时出现「b改a也变」，你的排查顺序是？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D·学徒（≥60）：两题跟做——跟做保底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C·操作员（≥70）：三题保底——基础完成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B·组长（≥80）：五题全对——标准达成+帮带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A·师傅（≥90）：五题+测试用例+讲解——进阶拓展+费曼讲解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步骤1：题1-2: 换算器/一元二次(含分支)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步骤2：题3: 设备增删改查(字典)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步骤3：题4: PLC子类(scan_ms)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工单P1.1已发布，四层任务各自认领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微课知识卡：双栏对照法完成语法迁移——应用：见工单starter与教师参考实（5分钟视频+导学单）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C→Python映射：声明→动态/大括号→缩进/指针→引用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引用语义：b=a后改b会动a(列表不拷贝)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列表append动态扩容；字典O(1)查找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b改a也变 · 混用Tab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本周主题：双栏对照法完成语法迁移——应用：见工单starter与教师参考实——5分钟视频+导学单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排错题：出现「b改a也变」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原因：引用语义；解决：list(a)或a.copy()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知识：C→Python映射：声明→动态/大括号；引用语义：b=a后改b会动a(列表不拷贝；列表append动态扩容；字典O(1)查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交付：工单P1.1《Python基础练习五题》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