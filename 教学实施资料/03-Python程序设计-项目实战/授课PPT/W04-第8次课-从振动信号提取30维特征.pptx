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开场30秒：本次课《从振动信号提取30维特征》，80分钟＝2课时×40分钟。课前已发工单+starter+微课知识卡，资讯·计划线上完成。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情境说书（30秒，口头讲，不必逐字念）：振动数据洗干净了，但中台要的是'能喂给AI的特征'。吴工给出特征字典模板：'30个特征，向量化实现，100毫秒内。'——工单P2.2：NumPy特征工程。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知识卡1：ndarray同构多维数组；shape/dtype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知识卡2：向量化：C级循环替代Python层for——应用：见工单starter与教师参考实现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知识卡3：广播：形状对齐自动扩展——应用：见工单starter与教师参考实现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知识卡4：rfft单边谱；幅值×2/n补偿——应用：见工单starter与教师参考实现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知识卡5：主频=谱峰位置(频域指纹)——应用：见工单starter与教师参考实现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知识卡6：峭度/偏度刻画冲击/偏斜——应用：见工单starter与教师参考实现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知识卡7：标准化只fit训练集——应用：见工单starter与教师参考实现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应用页7：把知识点放回产线场景——先看代码输出，再回看定义，强化'学以致用'。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现场演示《FFT特征》：三步走——先整段跑通看结果，再逐行讲关键语句，最后现场改一个参数看输出变化（演10分钟的核心素材）。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现场演示《峭度(冲击敏感)》：三步走——先整段跑通看结果，再逐行讲关键语句，最后现场改一个参数看输出变化（演10分钟的核心素材）。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工单发布话术：'数字化转型办公室发来工单P2.2《NumPy故障特征提取系统》，及格线是3，优秀线看A层标准'——念完发starter。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错误速查：现场演示第一条——制造「频域能量翻倍」，带着学生按'现象→原因→解决'三步排查。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预习知识点：NumPy数组运算；向量化与广播；FFT频域概念 | 课中检查知识点：30维特征&lt;100ms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从振动信号提取30维特征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从振动信号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提取3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 · rfft单边谱；幅值×2/n补偿——应用：见工单starter与教师参考实现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基础知识线：ndarray同构多维数组；shape/dtype；向量化：C级循环替代Python层for——应用：见工单starter与教师参考实现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继续夯实线：广播：形状对齐自动扩展——应用：见工单starter与教师参考实现；rfft单边谱；幅值×2/n补偿——应用：见工单starter与教师参考实现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技能线：特征字典驱动补齐30维特征——应用：见工单starter与教师参考实现；FFT频域特征计算——应用：见工单starter与教师参考实现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P2.2《NumPy故障特征提取系统》——本课工单即考核单元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能够完成30维故障特征提取（计算正确、向量化实现）；处理1000样本&lt;100ms；代码PEP 8≥75%；输出特征矩阵与箱线图。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目标：能够完成30维故障特征提取（计算正确、向量化实现）；处理1000样本&lt;100ms；代码PEP 8≥75%；输出特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目标：体会“性能工程”价值（向量化100倍提速），培养用数学工具刻画工业问题的抽象能力。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FFT后为什么要取abs且只取前半段？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题目：FFT后为什么要取abs且只取前半段？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FFT后为什么要取abs且只取前半段？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计时只包特征计算段，数据生成另计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任务背景：振动数据洗干净了，但中台要的是'能喂给AI的特征'。吴工给出特征字典模板：'30个特征，向量化实现，10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能够完成30维故障特征提取（计算正确、向量化实现）；处理1000样本&lt;100ms；代码PEP 8≥75%；输出特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对应工单P2.2评分：功能40%+技术25%+规范20%+素养15%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FFT后为什么要取abs且只取前半段？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排错题：出现「频域能量翻倍」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原因：忘×2/n或没取单边；解决：rfft+补偿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ndarray同构多维数组；shape/dtype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剧情任务：振动数据洗干净了，但中台要的是'能喂给AI的特征'。吴工给出特征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向量化：C级循环替代Python层for——应用：见工单starter与教师参考实现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知识应用（2）：向量化：C级循环替代Python层for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向量化：C级循环替代Python层for。在两江智造产线上的用法：见工单starter与教师参考实现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知识应用（3）：广播：形状对齐自动扩展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广播：形状对齐自动扩展。在两江智造产线上的用法：见工单starter与教师参考实现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rfft单边谱；幅值×2/n补偿——应用：见工单starter与教师参考实现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知识应用（4）：rfft单边谱；幅值×2/n补偿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rfft单边谱；幅值×2/n补偿。在两江智造产线上的用法：见工单starter与教师参考实现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主频=谱峰位置(频域指纹)——应用：见工单starter与教师参考实现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知识应用（5）：主频=谱峰位置(频域指纹)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主频=谱峰位置(频域指纹)。在两江智造产线上的用法：见工单starter与教师参考实现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峭度/偏度刻画冲击/偏斜——应用：见工单starter与教师参考实现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知识应用（6）：峭度/偏度刻画冲击/偏斜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峭度/偏度刻画冲击/偏斜。在两江智造产线上的用法：见工单starter与教师参考实现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标准化只fit训练集——应用：见工单starter与教师参考实现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知识应用（7）：标准化只fit训练集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标准化只fit训练集。在两江智造产线上的用法：见工单starter与教师参考实现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向量化：C级循环替代Python层for——应用：见工单starter与教师参考实现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rfft单边谱；幅值×2/n补偿——应用：见工单starter与教师参考实现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主频=谱峰位置(频域指纹)——应用：见工单starter与教师参考实现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特征字典工程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每个特征=名称+公式+物理含义三行——可复算、可审查、可交接。30维特征先补时域再攻频域，骨架先行。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标准化时机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Z-score只fit训练集统计量；测试/线上用同一均值方差——防泄漏铁律在特征层同样成立。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要点1：('特征字典工程', '每个特征=名称+公式+物理含义三行——可复算、可审查、可交接。30维特征先补时域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要点2：('标准化时机', 'Z-score只fit训练集统计量；测试/线上用同一均值方差——防泄漏铁律在特征层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FFT频域特征计算——应用：见工单starter与教师参考实现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计时基准测试(&lt;100ms)——应用：见工单starter与教师参考实现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箱线图可视化类别区分度——应用：见工单starter与教师参考实现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技能1：特征字典驱动补齐30维特征——应用：见工单starter与教师参考实现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技能2：FFT频域特征计算——应用：见工单starter与教师参考实现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技能3：计时基准测试(&lt;100ms)——应用：见工单starter与教师参考实现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技能4：箱线图可视化类别区分度——应用：见工单starter与教师参考实现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从振动信号提取30维特征（1）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傅里叶变换（FFT）与频域分析：np.fft.fft、fftfreq；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时域特征（10个）：均值、标准差、峰值、峰峰值、RMS、峭度等；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频域特征（15个）：主频率、频率带宽、能量分布、频域质心等；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统计特征（5个）：偏度、峰度、变异系数、信息熵等；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工单P2.2实操：基于“特征字典模板+5个示例特征实现”骨架起步，补齐其余特征并完成向量化实现、特征标准化与箱线图可视化（4课时聚焦NumPy表达与性能优化，不从零推导公式）。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关键代码：FFT特征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spectrum(x, fs=100):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amp = np.abs(np.fft.rfft(x)) * 2 / len(x)   # 单边+补偿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np.fft.rfftfreq(len(x), 1/fs), amp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freqs, amp = spectrum(sig)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dom_freq = freqs[amp.argmax()]     # 主频率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代码走读：《FFT特征》逐段拆解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spectrum(x, fs=100):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行2：amp = np.abs(np.fft.rfft(x)) * 2 / len(x)   # 单边+补偿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行3：return np.fft.rfftfreq(len(x), 1/fs), amp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行4：freqs, amp = spectrum(sig)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行5：dom_freq = freqs[amp.argmax()]     # 主频率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关键代码：峭度(冲击敏感)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kurtosis(x):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((x-x.mean())**4).mean() / x.std()**4 - 3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代码走读：《峭度(冲击敏感)》逐段拆解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kurtosis(x):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行2：return ((x-x.mean())**4).mean() / x.std()**4 - 3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决策：实现策略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出错风险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纯向量化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apply逐样本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本课决策题：决策：实现策略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实施任务：工单P2.2《NumPy故障特征提取系统》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补频域15个(主频/质心/能量...)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统计5个+Z-score标准化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计时(&lt;100ms)+箱线图输出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30特征正确+向量化为主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&lt;50ms+广播充分+相关特征选择(超优)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示例研读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跑通5示例特征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改一个公式看数值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抄写特征字典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能讲5个示例含义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第1步：跑通5示例特征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第2步：改一个公式看数值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第3步：抄写特征字典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达标自检：能讲5个示例含义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15维保底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5示例+补10时域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spectrum()单边谱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矩阵形状断言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时域正确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第1步：5示例+补10时域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第2步：spectrum()单边谱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第3步：矩阵形状断言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达标自检：时域正确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30维全实现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补时域10个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补频域15个(FFT)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标准化+箱线图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&lt;100ms+向量化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第1步：补时域10个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第2步：补频域15个(FFT)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第3步：标准化+箱线图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达标自检：&lt;100ms+向量化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相关去冗余+性能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相关矩阵热力图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去|r|&gt;0.95特征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性能优化对比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&lt;50ms+字典完整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性能优化三连：预分配、避免中间数组、numba对比（选做）并量化)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第1步：相关矩阵热力图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第2步：去|r|&gt;0.95特征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第3步：性能优化对比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达标自检：&lt;50ms+字典完整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补频域15个(主频/质心/能量...)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统计5个+Z-score标准化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计时(&lt;100ms)+箱线图输出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计时只包特征计算段，数据生成另计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箱线图按类别分色，一眼看出区分度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(N,30)矩阵形状断言：assert X.shape[1]==30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频域能量翻倍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rfft+补偿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100ms超标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用了apply/循环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纯向量化重写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公式口径混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峭度定义版本不一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字典里注明公式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运行时出现「频域能量翻倍」，你的排查顺序是？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D·学徒（≥60）：示例研读——跟做保底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C·操作员（≥70）：15维保底——基础完成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B·组长（≥80）：30维全实现——标准达成+帮带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A·师傅（≥90）：相关去冗余+性能——进阶拓展+费曼讲解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步骤1：补频域15个(主频/质心/能量...)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步骤2：统计5个+Z-score标准化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步骤3：计时(&lt;100ms)+箱线图输出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工单P2.2已发布，四层任务各自认领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手绘一张“时域→频域”变换示意图并配文字解释；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预习Matplotlib与Plotly可视化基础。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107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微课知识卡：特征字典驱动补齐30维特征——应用：见工单starter与教师参（5分钟视频+导学单）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ndarray同构多维数组；shape/dtype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向量化：C级循环替代Python层for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广播：形状对齐自动扩展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从振动信号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提取3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频域能量翻倍 · 100ms超标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本周主题：特征字典驱动补齐30维特征——应用：见工单starter与教师参——5分钟视频+导学单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107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FFT后为什么要取abs且只取前半段？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排错题：出现「频域能量翻倍」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原因：忘×2/n或没取单边；解决：rfft+补偿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知识：ndarray同构多维数组；shape/；向量化：C级循环替代Python层for；广播：形状对齐自动扩展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技能：特征字典驱动补齐30维特征——应用：见工单starter与教师参考实现；FFT频域特征计算——应用：见工单starter与教师参考实现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交付：工单P2.2《NumPy故障特征提取系统》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按前缀写：feat:完成W4工单核心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107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107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105 / 107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106 / 107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搭建5+KPI仪表盘——应用：见工单starte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