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开场30秒：本次课《从脏数据到可信数据》，80分钟＝2课时×40分钟。课前已发工单+starter+微课知识卡，资讯·计划线上完成。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知识卡1：DataFrame二维表；shape/info/describe摸底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知识卡2：dropna/fillna/interpolate三策略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知识卡3：to_datetime(errors=coerce)多格式统一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知识卡4：combine_first填补有效值——应用：df['vib'].combine_first(df['vib_backup'])——主列空用备列填，两列都不空取主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知识卡5：IQR=Q3-Q1；1.5倍护栏——应用：q1,q3=df.vib.quantile([.25,.75]); fence=q3+1.5*(q3-q1); outliers=df[df.vib&gt;fence]——比3σ对异常值更稳健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知识卡6：业务阈值与统计法AND——应用：见工单starter与教师参考实现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知识卡7：清洗顺序：类型→缺失→异常→去重——应用：见工单starter与教师参考实现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从脏数据到可信数据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从脏数据到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可信数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基础知识线：DataFrame二维表；shape/info/describe摸底；dropna/fillna/interpolate三策略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继续夯实线：to_datetime(errors=coerce)多格式统一；combine_first填补有效值——应用：df['vib'].combine_first(df['vib_backup'])——主列空用备列填，两列都不空取主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P2.1《Pandas数据处理管道》——本课工单即考核单元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目标：能够构建完整的数据清洗管道（1000+行数据）；数据质量评分≥85%（优秀≥90%）；处理速度&lt;30秒；代码PE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目标：树立“数据质量是分析生命线”的工程意识，养成处理留痕、结果可验证的职业习惯。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IQR的1.5倍是统计约定——业务上温度135℃该杀吗？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题目：IQR的1.5倍是统计约定——业务上温度135℃该杀吗？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IQR的1.5倍是统计约定——业务上温度135℃该杀吗？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去重语义：subset=[device_id,ts]而非全列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任务背景：一号厂区发来一个月的传感器原始数据，中台拒收：缺失、异常、格式混乱。吴工：'数据不干净，后面全是空中楼阁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IQR的1.5倍是统计约定——业务上温度135℃该杀吗？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原因：视图上赋值；解决：用.loc或先copy()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剧情任务：一号厂区发来一个月的传感器原始数据，中台拒收：缺失、异常、格式混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知识应用（4）：combine_first填补有效值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combine_first填补有效值。在两江智造产线上的用法：df['vib'].combine_first(df['vib_backup'])——主列空用备列填，两列都不空取主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df['vib'].combine_first(df['vib_backup'])——主列空用备列填，两列都不空取主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知识应用（5）：IQR=Q3-Q1；1.5倍护栏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IQR=Q3-Q1；1.5倍护栏。在两江智造产线上的用法：q1,q3=df.vib.quantile([.25,.75]); fence=q3+1.5*(q3-q1); outliers=df[df.vib&gt;fence]——比3σ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q1,q3=df.vib.quantile([.25,.75]); fence=q3+1.5*(q3-q1); outliers=df[df.vib&gt;fence]——比3σ对异常值更稳健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业务阈值与统计法AND——应用：见工单starter与教师参考实现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知识应用（6）：业务阈值与统计法AND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业务阈值与统计法AND。在两江智造产线上的用法：见工单starter与教师参考实现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清洗顺序：类型→缺失→异常→去重——应用：见工单starter与教师参考实现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知识应用（7）：清洗顺序：类型→缺失→异常→去重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清洗顺序：类型→缺失→异常→去重。在两江智造产线上的用法：见工单starter与教师参考实现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IQR法异常检测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Q3+1.5×IQR为上界——统计惯例；但温度&gt;120℃是业务红线：两者AND兼顾统计与领域知识。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决策要有对照数据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dropna/插值/均值填充三种策略各跑一遍指标——决策矩阵的每个格子都有数字支撑。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要点1：('IQR法异常检测', 'Q3+1.5×IQR为上界——统计惯例；但温度&gt;120℃是业务红线：两者AN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要点2：('决策要有对照数据', 'dropna/插值/均值填充三种策略各跑一遍指标——决策矩阵的每个格子都有数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技能1：七步管道构建与质量自测——应用：见工单starter与教师参考实现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技能2：三格式时间戳统一——应用：见工单starter与教师参考实现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技能3：IQR×业务阈值异常处理——应用：见工单starter与教师参考实现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技能4：决策矩阵驱动策略选择——应用：见工单starter与教师参考实现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从脏数据到可信数据（1）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缺失值处理：dropna、fillna、interpolate；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异常值检测：IQR法、Z-score法、可视化检测；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类型转换与去重：astype、to_datetime、drop_duplicates；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数据合并与分组：merge、concat、groupby、pivot_table；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工单P2.1实操：构建完整数据处理管道（加载→清洗→验证→输出清洁数据+质量报告）。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代码走读：《三格式时间统一》逐段拆解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行1：parts = [pd.to_datetime(df.ts, format=f, errors="coe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f in ("%Y-%m-%d %H:%M:%S", "%m/%d/%Y %H:%M",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行3："%Y%m%d%H%M%S")]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行4：ts = parts[0]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行5：for p in parts[1:]: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代码走读：《IQR×业务》逐段拆解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行1：q1, q3 = df.temp.quantile([.25, .75]); iqr = q3 - q1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行2：mask = (df.temp &lt; q1-1.5*iqr) | (df.temp &gt; q3+1.5*iq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行3：df = df[~mask]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决策：异常值判定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误杀风险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IQR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Z&gt;3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业务阈值120℃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本课决策题：决策：异常值判定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IQR×业务阈值AND处理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去重(device_id+ts)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输出clean.csv+评分自测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质量≥90%+PEP8≥85%+使用示例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第1步：预览数据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第2步：数缺失/类型错各几个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第3步：记录到工单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达标自检：能数出问题类型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第1步：to_numeric转NaN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第2步：dropna简单处理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第3步：输出评分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达标自检：质量≥85%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第1步：类型转换+时间统一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第2步：插值+IQR处理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第3步：去重输出clean.csv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达标自检：质量≥88%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增量处理：只清洗新增行，全量跑变增量跑并计时对比)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第1步：只清洗新增行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第2步：质量冲90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第3步：日志记录每步行数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达标自检：处理日志全留痕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IQR×业务阈值AND处理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去重(device_id+ts)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输出clean.csv+评分自测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去重语义：subset=[device_id,ts]而非全列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质量评分脚本自测：≥85及格≥90优秀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输出clean.csv列名规范化（snake_case）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运行时出现「链式赋值警告」，你的排查顺序是？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D·学徒（≥60）：--peek观察——跟做保底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B·组长（≥80）：完整管道——标准达成+帮带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A·师傅（≥90）：增量处理+质量90+——进阶拓展+费曼讲解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步骤1：IQR×业务阈值AND处理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步骤2：去重(device_id+ts)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步骤3：输出clean.csv+评分自测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工单P2.1已发布，四层任务各自认领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微课知识卡：七步管道构建与质量自测——应用：见工单starter与教师参考实（5分钟视频+导学单）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DataFrame二维表；shape/info/describe摸底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dropna/fillna/interpolate三策略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to_datetime(errors=coerce)多格式统一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从脏数据到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可信数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链式赋值警告 · 统计量被污染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本周主题：七步管道构建与质量自测——应用：见工单starter与教师参考实——5分钟视频+导学单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IQR的1.5倍是统计约定——业务上温度135℃该杀吗？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原因：视图上赋值；解决：用.loc或先copy()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知识：DataFrame二维表；shape/i；dropna/fillna/interp；to_datetime(errors=c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交付：工单P2.1《Pandas数据处理管道》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按前缀写：feat:完成W3工单核心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