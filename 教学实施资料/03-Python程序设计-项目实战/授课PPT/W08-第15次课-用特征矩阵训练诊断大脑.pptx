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开场30秒：本次课《用特征矩阵训练诊断大脑》，80分钟＝2课时×40分钟。课前已发工单+starter+微课知识卡，资讯·计划线上完成。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知识卡1：五步流：划分/训练/CV/调参/保存——应用：见工单starter与教师参考实现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知识卡2：混淆矩阵对角=对；业务代价看漏检——应用：见工单starter与教师参考实现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知识卡3：F1宏平均；交叉验证防偶然——应用：见工单starter与教师参考实现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知识卡4：joblib保存+版本命名——应用：见工单starter与教师参考实现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知识卡5：推理服务：POST JSON→预测→返回——应用：见工单starter与教师参考实现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知识卡6：warmup后测p95延迟——应用：见工单starter与教师参考实现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现场演示《推理服务核心》：三步走——先整段跑通看结果，再逐行讲关键语句，最后现场改一个参数看输出变化（演10分钟的核心素材）。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工单发布话术：'数字化转型办公室发来工单P6.1《故障诊断模型》，及格线是F，优秀线看A层标准'——念完发starter。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错误速查：现场演示第一条——制造「预测恒同一类」，带着学生按'现象→原因→解决'三步排查。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项目3+项目6 | 预习知识点：scikit-learn五步流；模型保存(joblib)；推理服务 | 课中检查知识点：F1≥0.80；/predict可调通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用特征矩阵训练诊断大脑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用特征矩阵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训练诊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 · joblib保存+版本命名——应用：见工单starter与教师参考实现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基础知识线：五步流：划分/训练/CV/调参/保存——应用：见工单starter与教师参考实现；混淆矩阵对角=对；业务代价看漏检——应用：见工单starter与教师参考实现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继续夯实线：F1宏平均；交叉验证防偶然——应用：见工单starter与教师参考实现；joblib保存+版本命名——应用：见工单starter与教师参考实现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技能线：诊断模型训练与F1达标——应用：见工单starter与教师参考实现；模型接入P5库联动——应用：见工单starter与教师参考实现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P6.1《故障诊断模型》——本课工单即考核单元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掌握Scikit-learn分类建模全流程；理解交叉验证与混淆矩阵的评估方法；了解迁移学习与ONNX部署的基本概念。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能够用P2.2特征训练故障诊断模型（F1≥0.80）；能够将模型封装为推理服务并测试性能；完成前后项目的系统集成。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目标：掌握Scikit-learn分类建模全流程；理解交叉验证与混淆矩阵的评估方法；了解迁移学习与ONNX部署的基本概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目标：能够用P2.2特征训练故障诊断模型（F1≥0.80）；能够将模型封装为推理服务并测试性能；完成前后项目的系统集成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目标：建立“数据→特征→模型→服务”的端到端工程视野，培养模型版本管理与可复现的工程规范意识。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题目：过拟合的信号是什么？怎么防？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特征列序与训练完全一致：feature_names.json对齐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任务背景：收官。方总监把P2.2的特征和P5的仓库摆上桌：'最后一步，让数据学会预判。'——工单P6：训练故障诊断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掌握Scikit-learn分类建模全流程；理解交叉验证与混淆矩阵的评估方法；了解迁移学习与ONNX部署的基本概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能够用P2.2特征训练故障诊断模型（F1≥0.80）；能够将模型封装为推理服务并测试性能；完成前后项目的系统集成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对应工单P6.1评分：功能40%+技术25%+规范20%+素养15%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过拟合的信号是什么？怎么防？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排错题：出现「预测恒同一类」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原因：特征顺序错位；解决：feature_names.json对齐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五步流：划分/训练/CV/调参/保存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剧情任务：收官。方总监把P2.2的特征和P5的仓库摆上桌：'最后一步，让数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知识应用（1）：五步流：划分/训练/CV/调参/保存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五步流：划分/训练/CV/调参/保存。在两江智造产线上的用法：见工单starter与教师参考实现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混淆矩阵对角=对；业务代价看漏检——应用：见工单starter与教师参考实现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知识应用（2）：混淆矩阵对角=对；业务代价看漏检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混淆矩阵对角=对；业务代价看漏检。在两江智造产线上的用法：见工单starter与教师参考实现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知识应用（3）：F1宏平均；交叉验证防偶然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F1宏平均；交叉验证防偶然。在两江智造产线上的用法：见工单starter与教师参考实现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joblib保存+版本命名——应用：见工单starter与教师参考实现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知识应用（4）：joblib保存+版本命名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joblib保存+版本命名。在两江智造产线上的用法：见工单starter与教师参考实现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推理服务：POST JSON→预测→返回——应用：见工单starter与教师参考实现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知识应用（5）：推理服务：POST JSON→预测→返回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推理服务：POST JSON→预测→返回。在两江智造产线上的用法：见工单starter与教师参考实现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warmup后测p95延迟——应用：见工单starter与教师参考实现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知识应用（6）：warmup后测p95延迟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warmup后测p95延迟。在两江智造产线上的用法：见工单starter与教师参考实现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混淆矩阵对角=对；业务代价看漏检——应用：见工单starter与教师参考实现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joblib保存+版本命名——应用：见工单starter与教师参考实现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推理服务：POST JSON→预测→返回——应用：见工单starter与教师参考实现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sklearn五步流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划分→训练→交叉验证→GridSearch调参→joblib保存。模型文件带版本：model_v1.joblib+sklearn版本号。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混淆矩阵读法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对角线=对，混淆格=错在哪——“磨损误判为正常”（漏检）比反过来危险，F1之外还要看业务代价。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要点1：('sklearn五步流', '划分→训练→交叉验证→GridSearch调参→joblib保存。模型文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要点2：('混淆矩阵读法', '对角线=对，混淆格=错在哪——“磨损误判为正常”（漏检）比反过来危险，F1之外还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模型接入P5库联动——应用：见工单starter与教师参考实现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推理服务封装与压测——应用：见工单starter与教师参考实现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特征顺序对齐校验——应用：见工单starter与教师参考实现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技能1：诊断模型训练与F1达标——应用：见工单starter与教师参考实现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技能2：模型接入P5库联动——应用：见工单starter与教师参考实现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技能3：推理服务封装与压测——应用：见工单starter与教师参考实现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技能4：特征顺序对齐校验——应用：见工单starter与教师参考实现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用特征矩阵训练诊断大脑（1）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机器学习工作流：数据集划分→训练→验证→调参→保存模型；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Scikit-learn分类器：逻辑回归、随机森林、SVM；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模型评估：交叉验证、混淆矩阵、精确率/召回率/F1；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工单P6.1实操：使用P2.2特征矩阵训练设备故障诊断模型（F1≥0.80）并接入P5数据库形成诊断服务。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关键代码：推理服务核心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do_POST(self):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body = json.loads(self.rfile.read(int(self.headers["Content-Length"])))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feats = body["features"]; assert len(feats) ==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pred = int(model.predict([feats])[0])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self._send(200, {"prediction": pred,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"label": "磨损" if pred else "正常"})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代码走读：《推理服务核心》逐段拆解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do_POST(self):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行2：body = json.loads(self.rfile.read(int(self.headers["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行3：feats = body["features"]; assert len(feats) ==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行4：pred = int(model.predict([feats])[0])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行5：self._send(200, {"prediction": pred,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决策：模型选型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随机森林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本课决策题：决策：模型选型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实施任务：工单P6.1《故障诊断模型》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五步流: 划分→训练→交叉验证→调参→保存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混淆矩阵+报告(F1≥0.80)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joblib保存model_v1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F1≥0.80并保存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对比+调参记录+接入数据库联动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发一次预测请求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看返回JSON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能发请求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第1步：加载预训练模型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第2步：发一次预测请求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第3步：看返回JSON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达标自检：能发请求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基线模型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RF训练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joblib保存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F1达标能保存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第1步：RF训练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第2步：混淆矩阵输出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第3步：joblib保存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达标自检：F1达标能保存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训练+服务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五步流训练保存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接入数据库联动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curl测试/predict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F1≥0.80+可调用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第1步：五步流训练保存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第2步：接入数据库联动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第3步：curl测试/predict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达标自检：F1≥0.80+可调用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ONNX对比+P7立项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导出ONNX测延迟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三模型对比报告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P7综合项目立项书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延迟量化对比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模型对比报告：LR/RF/GBM三模型F1+耗时+可解释性三维评价)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第1步：导出ONNX测延迟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第2步：三模型对比报告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第3步：P7综合项目立项书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达标自检：延迟量化对比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五步流: 划分→训练→交叉验证→调参→保存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混淆矩阵+报告(F1≥0.80)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joblib保存model_v1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特征列序与训练完全一致：feature_names.json对齐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F1≥0.80及格线，调参记录留痕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接入P5库：新记录→特征→预测→结果回写诊断字段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预测恒同一类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feature_names.json对齐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模型加载失败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版本不匹配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记录sklearn版本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服务卡死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单线程长阻塞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教学够用/生产Litestar+Granian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运行时出现「预测恒同一类」，你的排查顺序是？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D·学徒（≥60）：调用体验——跟做保底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C·操作员（≥70）：基线模型——基础完成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B·组长（≥80）：训练+服务——标准达成+帮带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A·师傅（≥90）：ONNX对比+P7立项——进阶拓展+费曼讲解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步骤1：五步流: 划分→训练→交叉验证→调参→保存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步骤2：混淆矩阵+报告(F1≥0.80)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步骤3：joblib保存model_v1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工单P6.1已发布，四层任务各自认领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提交物与评分（工单P6.1）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学号_姓名_P6.1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微课知识卡：诊断模型训练与F1达标——应用：见工单starter与教师参考实（5分钟视频+导学单）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五步流：划分/训练/CV/调参/保存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混淆矩阵对角=对；业务代价看漏检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F1宏平均；交叉验证防偶然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用特征矩阵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训练诊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预测恒同一类 · 模型加载失败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工单P6.1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本周主题：诊断模型训练与F1达标——应用：见工单starter与教师参考实——5分钟视频+导学单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过拟合的信号是什么？怎么防？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排错题：出现「预测恒同一类」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原因：特征顺序错位；解决：feature_names.json对齐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五步流：划分/训练/CV/调参/保存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知识：五步流：划分/训练/CV/调参/保存；混淆矩阵对角=对；业务代价看漏检；F1宏平均；交叉验证防偶然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技能：诊断模型训练与F1达标——应用：见工单starter与教师参考实现；模型接入P5库联动——应用：见工单starter与教师参考实现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交付：工单P6.1《故障诊断模型》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按前缀写：feat:完成W8工单核心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会按场景选存储引擎并写决策矩阵留痕——应用：见工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五库各自解决什么问题？为什么不用一库走天下？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