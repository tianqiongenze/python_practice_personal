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开场30秒：本次课《产线驾驶舱：5个KPI一屏掌握》，80分钟＝2课时×40分钟。课前已发工单+starter+微课知识卡，资讯·计划线上完成。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情境说书（30秒，口头讲，不必逐字念）：方总监向集团汇报需要'看得见的数据'。下周 executive meeting 要演示——工单P3：产线KPI仪表盘+自动日报，给管理层一双数据的眼睛。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知识卡1：Streamlit脚本式交互；sidebar筛选——应用：见工单starter与教师参考实现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知识卡2：@st.cache_data缓存重计算——应用：见工单starter与教师参考实现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知识卡3：st.metric指标卡(KPI)——应用：见工单starter与教师参考实现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知识卡4：Plotly交互图表嵌入——应用：见工单starter与教师参考实现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知识卡5：Jinja2模板{{变量}}渲染——应用：见工单starter与教师参考实现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知识卡6：四段式日报结构——应用：见工单starter与教师参考实现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现场演示《KPI指标卡》：三步走——先整段跑通看结果，再逐行讲关键语句，最后现场改一个参数看输出变化（演10分钟的核心素材）。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现场演示《模板渲染》：三步走——先整段跑通看结果，再逐行讲关键语句，最后现场改一个参数看输出变化（演10分钟的核心素材）。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工单发布话术：'数字化转型办公室发来工单P3.1《产线KPI实时仪表盘》，及格线是5，优秀线看A层标准'——念完发starter。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错误速查：现场演示第一条——制造「交互后变慢」，带着学生按'现象→原因→解决'三步排查。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产线驾驶舱：5个KPI一屏掌握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 · Plotly交互图表嵌入——应用：见工单starter与教师参考实现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基础知识线：Streamlit脚本式交互；sidebar筛选——应用：见工单starter与教师参考实现；@st.cache_data缓存重计算——应用：见工单starter与教师参考实现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继续夯实线：st.metric指标卡(KPI)——应用：见工单starter与教师参考实现；Plotly交互图表嵌入——应用：见工单starter与教师参考实现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P3.1《产线KPI实时仪表盘》——本课工单即考核单元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目标：能够搭建含5个KPI的交互式仪表盘；能够自动生成图文并茂的HTML+PDF日报；报告生成&lt;2分钟（优秀&lt;1分钟）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目标：建立“数据产品”意识——可视化是给决策者用的产品，培养用户视角与美学素养。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题目：Streamlit每次交互后脚本如何重跑？缓存用哪个装饰器？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Plotly图记得st.plotly_chart(py.plotly_fig)渲染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任务背景：方总监向集团汇报需要'看得见的数据'。下周 executive meeting 要演示——工单P3：产线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对应工单P3.1评分：功能40%+技术25%+规范20%+素养15%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Streamlit每次交互后脚本如何重跑？缓存用哪个装饰器？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排错题：出现「交互后变慢」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原因：没缓存；解决：@st.cache_data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Streamlit脚本式交互；sidebar筛选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剧情任务：方总监向集团汇报需要'看得见的数据'。下周 executive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知识应用（1）：Streamlit脚本式交互；sidebar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Streamlit脚本式交互；sidebar筛选。在两江智造产线上的用法：见工单starter与教师参考实现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知识应用（2）：@st.cache_data缓存重计算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@st.cache_data缓存重计算。在两江智造产线上的用法：见工单starter与教师参考实现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知识应用（3）：st.metric指标卡(KPI)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st.metric指标卡(KPI)。在两江智造产线上的用法：见工单starter与教师参考实现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知识应用（4）：Plotly交互图表嵌入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Plotly交互图表嵌入。在两江智造产线上的用法：见工单starter与教师参考实现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知识应用（5）：Jinja2模板{{变量}}渲染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Jinja2模板{{变量}}渲染。在两江智造产线上的用法：见工单starter与教师参考实现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知识应用（6）：四段式日报结构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四段式日报结构。在两江智造产线上的用法：见工单starter与教师参考实现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Streamlit交互模型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脚本每次交互全量重跑——@st.cache_data缓存重计算，sidebar放筛选器，columns做布局。10行代码出仪表盘。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KPI指标卡设计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st.metric(label, value, delta)：产量/良率/在线数/告警数四卡一排，管理者3秒扫读。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要点1：('Streamlit交互模型', '脚本每次交互全量重跑——@st.cache_data缓存重计算，s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要点2：('KPI指标卡设计', 'st.metric(label, value, delta)：产量/良率/在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时间/设备联动筛选——应用：见工单starter与教师参考实现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HTML+PDF双格式日报——应用：见工单starter与教师参考实现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生成耗时基准(&lt;2min)——应用：见工单starter与教师参考实现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技能1：搭建5+KPI仪表盘——应用：见工单starter与教师参考实现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技能2：时间/设备联动筛选——应用：见工单starter与教师参考实现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技能3：HTML+PDF双格式日报——应用：见工单starter与教师参考实现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技能4：生成耗时基准(&lt;2min)——应用：见工单starter与教师参考实现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产线驾驶舱：5个KPI一屏掌握（1）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Matplotlib基础：折线图、柱状图、箱线图、热力图；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Plotly交互式图表与Dash框架入门；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工单P3.1实操：搭建产线KPI实时仪表盘（产量趋势/良率仪表/设备状态灯/告警统计/效率对标5项KPI，含时间筛选）。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关键代码：KPI指标卡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c1, c2, c3, c4 = st.columns(4)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c1.metric("总产量", f"{int(df.output.sum()):,}")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c2.metric("平均良率", f"{df['yield'].mean():.1%}")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c3.metric("设备在线", f"{df.device_id.nunique()}/4")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代码走读：《KPI指标卡》逐段拆解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行1：c1, c2, c3, c4 = st.columns(4)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行2：c1.metric("总产量", f"{int(df.output.sum()):,}")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行3：c2.metric("平均良率", f"{df['yield'].mean():.1%}")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行4：c3.metric("设备在线", f"{df.device_id.nunique()}/4")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关键代码：模板渲染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jinja2 import Template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html = Template(open("report.tpl").read()).render(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total=total, yield_=y, anomalies=alerts)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代码走读：《模板渲染》逐段拆解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jinja2 import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行2：html = Template(open("report.tpl").read()).render(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行3：total=total, yield_=y, anomalies=alerts)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上手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本课决策题：决策：可视化框架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实施任务：工单P3.1《产线KPI实时仪表盘》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跑通starter最小仪表盘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5个KPI: 趋势/良率/状态灯/告警/对标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侧栏筛选(日期+设备)+cache_data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5KPI可用+时间筛选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联动流畅+Plotly交互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starter跑通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改一个KPI数值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页面能开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第1步：streamlit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第2步：改一个KPI数值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第3步：截图到工单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达标自检：页面能开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二选一交付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完成5KPI版仪表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或HTML日报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仪表盘或日报达基线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第2步：完成5KPI版仪表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第3步：或HTML日报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达标自检：仪表盘或日报达基线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仪表盘+日报双交付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Streamlit五KPI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筛选联动+缓存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Jinja2+PDF日报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5KPI+四段PDF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第1步：Streamlit五KPI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第2步：筛选联动+缓存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第3步：Jinja2+PDF日报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达标自检：5KPI+四段PDF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钻取+定时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点击钻取明细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schedule定时生成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移动端适配检查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7指标+加载&lt;2s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数据钻取：点击折线点弹出该时段明细表（st.data_frame联动）)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第1步：点击钻取明细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第2步：schedule定时生成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第3步：移动端适配检查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达标自检：7指标+加载&lt;2s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跑通starter最小仪表盘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5个KPI: 趋势/良率/状态灯/告警/对标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侧栏筛选(日期+设备)+cache_data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Plotly图记得st.plotly_chart(py.plotly_fig)渲染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时间筛选用st.date_input的区间值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缓存键=数据文件mtime，自动失效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交互后变慢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@st.cache_data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Jinja2空白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变量名不匹配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对照模板逐个核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f-string遇yield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保留字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df['yield']取列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运行时出现「交互后变慢」，你的排查顺序是？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D·学徒（≥60）：starter跑通——跟做保底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C·操作员（≥70）：二选一交付——基础完成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B·组长（≥80）：仪表盘+日报双交付——标准达成+帮带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A·师傅（≥90）：钻取+定时——进阶拓展+费曼讲解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步骤1：跑通starter最小仪表盘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步骤2：5个KPI: 趋势/良率/状态灯/告警/对标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步骤3：侧栏筛选(日期+设备)+cache_data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工单P3.1已发布，四层任务各自认领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微课知识卡：搭建5+KPI仪表盘——应用：见工单starter与教师参考实现（5分钟视频+导学单）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Streamlit脚本式交互；sidebar筛选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@st.cache_data缓存重计算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st.metric指标卡(KPI)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交互后变慢 · Jinja2空白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本周主题：搭建5+KPI仪表盘——应用：见工单starter与教师参考实现——5分钟视频+导学单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排错题：出现「交互后变慢」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原因：没缓存；解决：@st.cache_data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Streamlit脚本式交互；sidebar筛选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知识：Streamlit脚本式交互；sideb；@st.cache_data缓存重计算；st.metric指标卡(KPI)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交付：工单P3.1《产线KPI实时仪表盘》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105 / 106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