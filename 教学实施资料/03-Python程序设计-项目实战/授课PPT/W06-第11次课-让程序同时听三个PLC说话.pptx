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开场30秒：本次课《让程序同时听三个PLC说话》，80分钟＝2课时×40分钟。课前已发工单+starter+微课知识卡，资讯·计划线上完成。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中台试运行暴露瓶颈：三个厂区数据源并发接入互相踩踏，还常有连接闪断。吴工画出三线程架构图：'骨架给你，可靠性你来。'——工单P4.1：多源采集系统（2号PLC会随机掉线，正好实测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知识卡1：线程并发；Queue线程安全传送带——应用：见工单starter与教师参考实现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知识卡2：put/get超时防死等——应用：见工单starter与教师参考实现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知识卡3：退避重试1→2→4s封顶——应用：见工单starter与教师参考实现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知识卡4：daemon=True随主退出——应用：见工单starter与教师参考实现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知识卡5：批量写库：50条或5秒flush——应用：见工单starter与教师参考实现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知识卡6：对账：源计数=入库+异常+丢弃——应用：见工单starter与教师参考实现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现场演示《退避重连》：三步走——先整段跑通看结果，再逐行讲关键语句，最后现场改一个参数看输出变化（演10分钟的核心素材）。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工单发布话术：'数字化转型办公室发来工单P4.1《多源数据采集系统》，及格线是三，优秀线看A层标准'——念完发starter。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错误速查：现场演示第一条——制造「Ctrl+C退不出」，带着学生按'现象→原因→解决'三步排查。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预习知识点：多线程(threading/Queue)；网络编程(socket/MQTT) | 课中检查知识点：采集率≥95%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让程序同时听三个PLC说话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第六周 · 第11次课（2课时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让程序同时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听三个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线程并发；Queue线程安全传送带——应用：见工单starter与教师参考实现 · put/get超时防死等——应用：见工单starter与教师参考实现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退避重试1→2→4s封顶——应用：见工单starter与教师参考实现 · daemon=True随主退出——应用：见工单starter与教师参考实现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三线程骨架贯通(采集/订阅/处理)——应用：见工单starter与教师参考实现 · 断线重连实测(2号PLC掉线)——应用：见工单starter与教师参考实现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基础知识线：线程并发；Queue线程安全传送带——应用：见工单starter与教师参考实现；put/get超时防死等——应用：见工单starter与教师参考实现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继续夯实线：退避重试1→2→4s封顶——应用：见工单starter与教师参考实现；daemon=True随主退出——应用：见工单starter与教师参考实现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技能线：三线程骨架贯通(采集/订阅/处理)——应用：见工单starter与教师参考实现；断线重连实测(2号PLC掉线)——应用：见工单starter与教师参考实现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P4.1《多源数据采集系统》——本课工单即考核单元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本课在课程体系：自包含工程应用课：C语言底子直接上工业项目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740000"/>
            <a:ext cx="1400000" cy="26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1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清洗后数据可用率(%)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5344000"/>
            <a:ext cx="1400000" cy="56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4784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仪表盘刷新延时(s)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日报自动生成率(%)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掌握Modbus寄存器读写流程；掌握MQTT主题设计与QoS机制；理解多线程并发与Queue线程安全原理。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能够开发多线程多源采集系统（采集率≥95%优秀≥99.5%）；能够处理断线重连与数据缓冲；代码PEP 8≥75%。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建立“系统稳定性”工程意识（7×24运行思维），培养并发编程的严谨性（线程安全、资源释放）。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目标：掌握Modbus寄存器读写流程；掌握MQTT主题设计与QoS机制；理解多线程并发与Queue线程安全原理。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目标：能够开发多线程多源采集系统（采集率≥95%优秀≥99.5%）；能够处理断线重连与数据缓冲；代码PEP 8≥75%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目标：建立“系统稳定性”工程意识（7×24运行思维），培养并发编程的严谨性（线程安全、资源释放）。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为什么‘共享list.append’有隐患而Queue安全？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题目：为什么‘共享list.append’有隐患而Queue安全？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为什么‘共享list.append’有隐患而Queue安全？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线程命名：threading.Thread(name='Modbus')日志可辨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中台试运行暴露瓶颈：三个厂区数据源并发接入互相踩踏，还常有连接闪断。吴工画出三线程架构图：'骨架给你，可靠性你来。'——工单P4.1：多源采集系统（2号PLC会随机掉线，正好实测）。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任务背景：中台试运行暴露瓶颈：三个厂区数据源并发接入互相踩踏，还常有连接闪断。吴工画出三线程架构图：'骨架给你，可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掌握Modbus寄存器读写流程；掌握MQTT主题设计与QoS机制；理解多线程并发与Queue线程安全原理。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能够开发多线程多源采集系统（采集率≥95%优秀≥99.5%）；能够处理断线重连与数据缓冲；代码PEP 8≥75%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建立“系统稳定性”工程意识（7×24运行思维），培养并发编程的严谨性（线程安全、资源释放）。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对应工单P4.1评分：功能40%+技术25%+规范20%+素养15%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为什么‘共享list.append’有隐患而Queue安全？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排错题：出现「Ctrl+C退不出」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原因：没设daemon；解决：daemon=True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线程并发；Queue线程安全传送带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剧情任务：中台试运行暴露瓶颈：三个厂区数据源并发接入互相踩踏，还常有连接闪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线程并发；Queue线程安全传送带——应用：见工单starter与教师参考实现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知识应用（1）：线程并发；Queue线程安全传送带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线程并发；Queue线程安全传送带。在两江智造产线上的用法：见工单starter与教师参考实现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put/get超时防死等——应用：见工单starter与教师参考实现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知识应用（2）：put/get超时防死等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put/get超时防死等。在两江智造产线上的用法：见工单starter与教师参考实现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退避重试1→2→4s封顶——应用：见工单starter与教师参考实现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知识应用（3）：退避重试1→2→4s封顶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退避重试1→2→4s封顶。在两江智造产线上的用法：见工单starter与教师参考实现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daemon=True随主退出——应用：见工单starter与教师参考实现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知识应用（4）：daemon=True随主退出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daemon=True随主退出。在两江智造产线上的用法：见工单starter与教师参考实现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批量写库：50条或5秒flush——应用：见工单starter与教师参考实现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知识应用（5）：批量写库：50条或5秒flush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批量写库：50条或5秒flush。在两江智造产线上的用法：见工单starter与教师参考实现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对账：源计数=入库+异常+丢弃——应用：见工单starter与教师参考实现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知识应用（6）：对账：源计数=入库+异常+丢弃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对账：源计数=入库+异常+丢弃。在两江智造产线上的用法：见工单starter与教师参考实现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线程并发；Queue线程安全传送带——应用：见工单starter与教师参考实现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put/get超时防死等——应用：见工单starter与教师参考实现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退避重试1→2→4s封顶——应用：见工单starter与教师参考实现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daemon=True随主退出——应用：见工单starter与教师参考实现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批量写库：50条或5秒flush——应用：见工单starter与教师参考实现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线程=窗口,Queue=传送带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三个线程各自干活，数据经Queue传递——线程安全由Queue内部锁保证。“共享可变状态”是并发万恶之源。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退避重试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失败后1s→2s→4s再试，封顶4s——既给对方恢复时间又不过载。2号PLC会随机掉线，正好实测这套逻辑。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要点1：('线程=窗口,Queue=传送带', '三个线程各自干活，数据经Queue传递——线程安全由Queue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要点2：('退避重试', '失败后1s→2s→4s再试，封顶4s——既给对方恢复时间又不过载。2号PLC会随机掉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三线程骨架贯通(采集/订阅/处理)——应用：见工单starter与教师参考实现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断线重连实测(2号PLC掉线)——应用：见工单starter与教师参考实现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采集率统计与提升——应用：见工单starter与教师参考实现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架构图绘制入工单——应用：见工单starter与教师参考实现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技能1：三线程骨架贯通(采集/订阅/处理)——应用：见工单starter与教师参考实现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技能2：断线重连实测(2号PLC掉线)——应用：见工单starter与教师参考实现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技能3：采集率统计与提升——应用：见工单starter与教师参考实现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技能4：架构图绘制入工单——应用：见工单starter与教师参考实现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让程序同时听三个PLC说话（1）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TCP/IP与Socket复习深化；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Modbus协议详解：寄存器映射、读写命令、异常码；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MQTT深化：主题设计、QoS等级、遗嘱消息；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多线程基础：threading、Queue线程安全队列。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关键代码：退避重连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backoff 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while not stop.is_set():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got = False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for host, port in PLCS: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if read_one(host, port): got = True; stat["ok"]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else: stat["fail"]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backoff = 1 if got else min(backoff*2, 4)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time.sleep(0.5 if got else backoff)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代码走读：《退避重连》逐段拆解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行1：backoff = 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行2：while not stop.is_set():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行3：got = False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行4：for host, port in PLCS: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行5：if read_one(host, port): got = True; stat["ok"] +=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决策：并发模型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复杂度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资源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顺序轮询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多线程+Queue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asyncio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本课决策题：决策：并发模型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实施任务：工单P4.1《多源数据采集系统》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启动plc_simulator三台PLC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ModbusCollector轮询0.5s×3台(÷10还原)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read_one退避重试(1→2→4s)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三源贯通+采集率&gt;95%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断线重连实测通过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架构观察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跑演示notebook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记录采集率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手画三线程图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能画线程图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第1步：跑演示notebook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第2步：记录采集率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第3步：手画三线程图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达标自检：能画线程图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单源贯通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Modbus采集跑通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Queue到Processor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SQLite见记录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数据能入库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第1步：Modbus采集跑通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第2步：Queue到Processor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第3步：SQLite见记录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达标自检：数据能入库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完整多源系统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补全read_one+on_message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断线重连调通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10分钟统计截图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≥95%+文档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第1步：补全read_one+on_message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第2步：断线重连调通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第3步：10分钟统计截图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达标自检：≥95%+文档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高可用演示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主备采集切换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实时统计小面板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8小时稳定跑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≥99.5%+监控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采集率统计面板：实时打印成功率/延迟/丢弃数（简易APM）)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第1步：主备采集切换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第2步：实时统计小面板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第3步：8小时稳定跑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达标自检：≥99.5%+监控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启动plc_simulator三台PLC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ModbusCollector轮询0.5s×3台(÷10还原)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read_one退避重试(1→2→4s)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线程命名：threading.Thread(name='Modbus')日志可辨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Queue.put(timeout=1)防永久阻塞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daemon=True保证Ctrl+C能退出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Ctrl+C退不出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没设daemon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daemon=True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Queue满卡死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put无超时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put(timeout=1)+丢弃计数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线程日志混乱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无名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Thread(name='Modbus')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运行时出现「Ctrl+C退不出」，你的排查顺序是？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原因是没设daemon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D·学徒（≥60）：架构观察——跟做保底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C·操作员（≥70）：单源贯通——基础完成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B·组长（≥80）：完整多源系统——标准达成+帮带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A·师傅（≥90）：高可用演示——进阶拓展+费曼讲解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步骤1：启动plc_simulator三台PLC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步骤2：ModbusCollector轮询0.5s×3台(÷10还原)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步骤3：read_one退避重试(1→2→4s)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工单P4.1已发布，四层任务各自认领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提交物与评分（工单P4.1）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学号_姓名_P4.1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完成工单P4.1《多源工业数据采集系统》：及格标准采集率&gt;95%+无数据丢失；优秀标准≥99.5%+延迟&lt;100ms+告警完善；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撰写系统架构文档（模块图+数据流图）；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预习SQL基础与数据库设计方法。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P4.1任务书——步骤/及格线/评分细则都在里面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P4.1的技能点即其最小实现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微课知识卡：三线程骨架贯通(采集/订阅/处理)——应用：见工单starter（5分钟视频+导学单）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104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线程并发；Queue线程安全传送带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put/get超时防死等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退避重试1→2→4s封顶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让程序同时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听三个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线程并发；Queue线程安全传送带——应用：见工单starter与教师参考实现 · put/get超时防死等——应用：见工单starter与教师参考实现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三线程骨架贯通(采集/订阅/处理)——应用：见工单starter与教师参考实现 · 断线重连实测(2号PLC掉线)——应用：见工单starter与教师参考实现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Ctrl+C退不出 · Queue满卡死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工单P4.1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104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本周主题：三线程骨架贯通(采集/订阅/处理)——应用：见工单starter——5分钟视频+导学单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为什么‘共享list.append’有隐患而Queue安全？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排错题：出现「Ctrl+C退不出」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原因：没设daemon；解决：daemon=True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线程并发；Queue线程安全传送带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知识：线程并发；Queue线程安全传送带；put/get超时防死等；退避重试1→2→4s封顶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技能：三线程骨架贯通(采集/订阅/处理)——应用：见工单starter与教师参考实现；断线重连实测(2号PLC掉线)——应用：见工单starter与教师参考实现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交付：工单P4.1《多源数据采集系统》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104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按前缀写：feat:完成W6工单核心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pp03——提示符变(pp03)才对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四表ER设计与ORM建模——应用：见工单star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一对多关系在表结构上如何表达？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