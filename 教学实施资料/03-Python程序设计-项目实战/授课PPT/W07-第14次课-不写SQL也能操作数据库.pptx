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开场30秒：本次课《不写SQL也能操作数据库》，80分钟＝2课时×40分钟。课前已发工单+starter+微课知识卡，资讯·计划线上完成。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情境说书（30秒，口头讲，不必逐字念）：数据落了地却没有家。吴工：'给数据建个仓库吧——设备、测点、记录、告警四张表。'——工单P5：ER设计+ORM开发+索引优化。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知识卡1：设备1-N测点1-N记录；告警挂设备——应用：见工单starter与教师参考实现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知识卡2：外键=关系表达；数据字典逐字段——应用：见工单starter与教师参考实现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知识卡3：ORM声明式+relationship——应用：见工单starter与教师参考实现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知识卡4：bulk批量插入快10倍——应用：见工单starter与教师参考实现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知识卡5：N+1陷阱→joinedload——应用：见工单starter与教师参考实现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知识卡6：索引(device_id,ts)+EXPLAIN——应用：见工单starter与教师参考实现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现场演示《ORM模型+查询》：三步走——先整段跑通看结果，再逐行讲关键语句，最后现场改一个参数看输出变化（演10分钟的核心素材）。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工单发布话术：'数字化转型办公室发来工单P5《产线数据仓库与ORM》，及格线是4，优秀线看A层标准'——念完发starter。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错误速查：现场演示第一条——制造「N+1慢」，带着学生按'现象→原因→解决'三步排查。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预习知识点：SQLAlchemy ORM；ER设计；批量写入与索引 | 课中检查知识点：四表仓库可查询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不写SQL也能操作数据库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ProcessOn（ER图设计）+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不写SQL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也能操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 · 外键=关系表达；数据字典逐字段——应用：见工单starter与教师参考实现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 · bulk批量插入快10倍——应用：见工单starter与教师参考实现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 · 批量事务入库——应用：见工单starter与教师参考实现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基础知识线：设备1-N测点1-N记录；告警挂设备——应用：见工单starter与教师参考实现；外键=关系表达；数据字典逐字段——应用：见工单starter与教师参考实现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继续夯实线：ORM声明式+relationship——应用：见工单starter与教师参考实现；bulk批量插入快10倍——应用：见工单starter与教师参考实现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技能线：四表ER设计与ORM建模——应用：见工单starter与教师参考实现；批量事务入库——应用：见工单starter与教师参考实现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P5《产线数据仓库与ORM》——本课工单即考核单元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掌握关系数据库建模方法与SQL核心语法；掌握SQLAlchemy ORM的模型定义与查询；理解索引与查询优化原理。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树立“数据资产”管理意识，培养先设计后编码的工程规范化习惯。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目标：掌握关系数据库建模方法与SQL核心语法；掌握SQLAlchemy ORM的模型定义与查询；理解索引与查询优化原理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目标：能够完成4表ER设计并建库；能够用ORM实现采集数据入库与统计查询；能够对比直写/批量写性能并优化。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目标：树立“数据资产”管理意识，培养先设计后编码的工程规范化习惯。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N+1查询怎么发现？索引前后EXPLAIN差多少？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题目：N+1查询怎么发现？索引前后EXPLAIN差多少？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N+1查询怎么发现？索引前后EXPLAIN差多少？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先EXPLAIN后建索引，记录前后耗时对比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任务背景：数据落了地却没有家。吴工：'给数据建个仓库吧——设备、测点、记录、告警四张表。'——工单P5：ER设计+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掌握关系数据库建模方法与SQL核心语法；掌握SQLAlchemy ORM的模型定义与查询；理解索引与查询优化原理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树立“数据资产”管理意识，培养先设计后编码的工程规范化习惯。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N+1查询怎么发现？索引前后EXPLAIN差多少？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排错题：出现「N+1慢」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原因：循环逐查关联；解决：joinedload一次带出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设备1-N测点1-N记录；告警挂设备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剧情任务：数据落了地却没有家。吴工：'给数据建个仓库吧——设备、测点、记录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知识应用（1）：设备1-N测点1-N记录；告警挂设备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设备1-N测点1-N记录；告警挂设备。在两江智造产线上的用法：见工单starter与教师参考实现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外键=关系表达；数据字典逐字段——应用：见工单starter与教师参考实现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知识应用（2）：外键=关系表达；数据字典逐字段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外键=关系表达；数据字典逐字段。在两江智造产线上的用法：见工单starter与教师参考实现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ORM声明式+relationship——应用：见工单starter与教师参考实现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知识应用（3）：ORM声明式+relationship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ORM声明式+relationship。在两江智造产线上的用法：见工单starter与教师参考实现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bulk批量插入快10倍——应用：见工单starter与教师参考实现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知识应用（4）：bulk批量插入快10倍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bulk批量插入快10倍。在两江智造产线上的用法：见工单starter与教师参考实现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N+1陷阱→joinedload——应用：见工单starter与教师参考实现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知识应用（5）：N+1陷阱→joinedload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N+1陷阱→joinedload。在两江智造产线上的用法：见工单starter与教师参考实现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索引(device_id,ts)+EXPLAIN——应用：见工单starter与教师参考实现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知识应用（6）：索引(device_id,ts)+EXPLA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索引(device_id,ts)+EXPLAIN。在两江智造产线上的用法：见工单starter与教师参考实现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外键=关系表达；数据字典逐字段——应用：见工单starter与教师参考实现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bulk批量插入快10倍——应用：见工单starter与教师参考实现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N+1陷阱→joinedload——应用：见工单starter与教师参考实现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N+1查询陷阱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循环里逐条查关联→1+N次SQL；joinedload一次带出——性能差百倍的经典坑，日志里SQL条数一数便知。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索引与EXPLAIN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records(device_id,ts)建联合索引；EXPLAIN QUERY PLAN看SCAN变SEARCH——优化要有证据链。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要点1：('N+1查询陷阱', '循环里逐条查关联→1+N次SQL；joinedload一次带出——性能差百倍的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要点2：('索引与EXPLAIN', 'records(device_id,ts)建联合索引；EXPLAIN 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批量事务入库——应用：见工单starter与教师参考实现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JOIN聚合统计查询——应用：见工单starter与教师参考实现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索引优化前后对比取证——应用：见工单starter与教师参考实现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技能1：四表ER设计与ORM建模——应用：见工单starter与教师参考实现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技能2：批量事务入库——应用：见工单starter与教师参考实现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技能3：JOIN聚合统计查询——应用：见工单starter与教师参考实现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技能4：索引优化前后对比取证——应用：见工单starter与教师参考实现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不写SQL也能操作数据库（1）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SQLAlchemy ORM：模型定义、会话管理、关系映射；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ORM查询：filter、join、聚合；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批量写入与事务；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工单P5实操：将P4采集系统数据入库，构建小型产线数据仓库（ORM实现+统计查询+性能对比）。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关键代码：ORM模型+查询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Rec(Base):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__tablename__ = "records"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id = Column(Integer, primary_key=True)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device_id = Column(Integer, ForeignKey("devices.id"))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Column(DateTime); vib = Column(Float)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print(s.execute(select(Dev.code, func.avg(Rec.vib))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.join(Rec, Rec.device_id==Dev.id).group_by(Dev.code)).all())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代码走读：《ORM模型+查询》逐段拆解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Rec(Base):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行2：__tablename__ = "records"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行3：id = Column(Integer, primary_key=True)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行4：device_id = Column(Integer, ForeignKey("devices.id")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行5：ts = Column(DateTime); vib = Column(Float)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决策：数据访问方式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性能可控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裸SQL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SQLAlchemy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本课决策题：决策：数据访问方式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实施任务：工单P5《产线数据仓库与ORM》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records(device_id,ts)建索引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EXPLAIN QUERY PLAN前后对比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复杂查询(多表JOIN聚合)冲优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4表合理+ORM入库+2条查询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索引有EXPLAIN证据+规避N+1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ER观察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跑参考ER演示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手绘关系图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标主外键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能画四表连线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第1步：跑参考ER演示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第2步：手绘关系图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第3步：标主外键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达标自检：能画四表连线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两表起步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devices+records两表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插入并查询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能入库能查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第1步：devices+records两表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第2步：插入并查询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达标自检：能入库能查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仓库+统计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四表ORM建模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bulk入库500条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均值/Top3/时段聚合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溯源查询正确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第1步：四表ORM建模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第2步：bulk入库500条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第3步：均值/Top3/时段聚合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达标自检：溯源查询正确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闭环演示+健康报告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接P3仪表盘读库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窗口函数环比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慢查询Top3报告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EXPLAIN证据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数据库健康报告：表行数/索引命中/慢查询Top3)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第1步：接P3仪表盘读库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第2步：窗口函数环比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第3步：慢查询Top3报告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达标自检：EXPLAIN证据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records(device_id,ts)建索引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EXPLAIN QUERY PLAN前后对比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复杂查询(多表JOIN聚合)冲优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先EXPLAIN后建索引，记录前后耗时对比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索引不是越多越好：写入变慢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把P3仪表盘接上本库——采集→入库→展示闭环演示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N+1慢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joinedload一次带出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连接泄漏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session未关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with Session()自动关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索引不生效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列序不对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(device_id,ts)联合序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运行时出现「N+1慢」，你的排查顺序是？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D·学徒（≥60）：ER观察——跟做保底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C·操作员（≥70）：两表起步——基础完成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B·组长（≥80）：仓库+统计——标准达成+帮带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A·师傅（≥90）：闭环演示+健康报告——进阶拓展+费曼讲解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步骤1：records(device_id,ts)建索引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步骤2：EXPLAIN QUERY PLAN前后对比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步骤3：复杂查询(多表JOIN聚合)冲优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工单P5已发布，四层任务各自认领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完成ER图与数据字典文档；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预习机器学习基本流程（训练/验证/预测）。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微课知识卡：四表ER设计与ORM建模——应用：见工单starter与教师参考（5分钟视频+导学单）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设备1-N测点1-N记录；告警挂设备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外键=关系表达；数据字典逐字段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ORM声明式+relationship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不写SQL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也能操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 · 外键=关系表达；数据字典逐字段——应用：见工单starter与教师参考实现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 · 批量事务入库——应用：见工单starter与教师参考实现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N+1慢 · 连接泄漏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本周主题：四表ER设计与ORM建模——应用：见工单starter与教师参考——5分钟视频+导学单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N+1查询怎么发现？索引前后EXPLAIN差多少？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排错题：出现「N+1慢」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原因：循环逐查关联；解决：joinedload一次带出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设备1-N测点1-N记录；告警挂设备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知识：设备1-N测点1-N记录；告警挂设备；外键=关系表达；数据字典逐字段；ORM声明式+relationship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技能：四表ER设计与ORM建模——应用：见工单starter与教师参考实现；批量事务入库——应用：见工单starter与教师参考实现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交付：工单P5《产线数据仓库与ORM》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按前缀写：feat:完成W7工单核心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诊断模型训练与F1达标——应用：见工单start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