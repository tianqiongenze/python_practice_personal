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开场30秒：本次课《给产品做一次视觉体检》，80分钟＝2课时×40分钟。课前已发工单+starter+微课知识卡，资讯·计划线上完成。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线来了新任务：一批精密结构件表面划痕/凹坑要全检，卡尺抽检跟不上节拍。林工给你一台工业相机和标定好的像素当量——工单M3.1：让OpenCV自动量出缺陷的毫米数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知识卡1：数字图像=二维矩阵；灰度图单通道0-255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知识卡2：色彩空间：GRAY/RGB/HSV及转换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知识卡3：高斯滤波：抑制噪声、平滑图像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知识卡4：阈值分割：灰度差→二值前景/背景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知识卡5：形态学开运算：先腐蚀后膨胀去噪点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知识卡6：轮廓：连通边界曲线；contourArea算面积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知识卡7：像素当量：标定1px=0.1mm，面积要平方换算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现场演示《测量链路核心》：三步走——先整段跑通看结果，再逐行讲关键语句，最后现场改一个参数看输出变化（演10分钟的核心素材）。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现场演示《面积换算(平方!)》：三步走——先整段跑通看结果，再逐行讲关键语句，最后现场改一个参数看输出变化（演10分钟的核心素材）。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工单发布话术：'设备智能运维中心发来工单M3.1《产品表面缺陷尺寸测量系统》，及格线是正，优秀线看A层标准'——念完发starter。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错误速查：现场演示第一条——制造「面积大10倍」，带着学生按'现象→原因→解决'三步排查。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给产品做一次视觉体检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高斯滤波：抑制噪声、平滑图像 · 阈值分割：灰度差→二值前景/背景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基础知识线：数字图像=二维矩阵；灰度图单通道0-255；色彩空间：GRAY/RGB/HSV及转换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继续夯实线：高斯滤波：抑制噪声、平滑图像；阈值分割：灰度差→二值前景/背景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技能线：构建预处理链条并可视化中间图；阈值策略对比实验(全局/Otsu/自适应)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M3.1《产品表面缺陷尺寸测量系统》——本课工单即考核单元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能够使用OpenCV完成图像预处理与缺陷检测，尺寸测量误差&lt;10%（优秀&lt;5%）；能够对检测结果进行标注与可视化。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体会机器视觉替代人工目检的质量与效率价值，培养精益求精的检测标准意识。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目标：能够使用OpenCV完成图像预处理与缺陷检测，尺寸测量误差&lt;10%（优秀&lt;5%）；能够对检测结果进行标注与可视化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目标：体会机器视觉替代人工目检的质量与效率价值，培养精益求精的检测标准意识。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题目：像素面积350px²、当量0.1mm/px，物理面积是多少mm²？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面积换算记得平方：350px²→3.5mm²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质检线来了新任务：一批精密结构件表面划痕/凹坑要全检，卡尺抽检跟不上节拍。林工给你一台工业相机和标定好的像素当量——工单M3.1：让OpenCV自动量出缺陷的毫米数。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任务背景：质检线来了新任务：一批精密结构件表面划痕/凹坑要全检，卡尺抽检跟不上节拍。林工给你一台工业相机和标定好的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能够使用OpenCV完成图像预处理与缺陷检测，尺寸测量误差&lt;10%（优秀&lt;5%）；能够对检测结果进行标注与可视化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体会机器视觉替代人工目检的质量与效率价值，培养精益求精的检测标准意识。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对应工单M3.1评分：功能40%+技术25%+规范20%+素养15%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像素面积350px²、当量0.1mm/px，物理面积是多少mm²？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排错题：出现「面积大10倍」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原因：当量没平方；解决：×0.1²而不是×0.1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数字图像=二维矩阵；灰度图单通道0-255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剧情任务：质检线来了新任务：一批精密结构件表面划痕/凹坑要全检，卡尺抽检跟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色彩空间：GRAY/RGB/HSV及转换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高斯滤波：抑制噪声、平滑图像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阈值分割：灰度差→二值前景/背景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形态学开运算：先腐蚀后膨胀去噪点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轮廓：连通边界曲线；contourArea算面积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像素当量：标定1px=0.1mm，面积要平方换算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色彩空间：GRAY/RGB/HSV及转换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高斯滤波：抑制噪声、平滑图像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阈值分割：灰度差→二值前景/背景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形态学开运算：先腐蚀后膨胀去噪点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处理链条思维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灰度化→滤波去噪→阈值分割→形态学→轮廓→测量：像流水线每道工序只解决一个问题。调试时逐环节可视化中间图定位问题。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像素当量换算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相机标定确定1像素=0.1mm：长度=像素长边×0.1；面积=像素面积×0.1²（平方！）。换算错误是本工单最典型失分点。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要点1：('处理链条思维', '灰度化→滤波去噪→阈值分割→形态学→轮廓→测量：像流水线每道工序只解决一个问题。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要点2：('像素当量换算', '相机标定确定1像素=0.1mm：长度=像素长边×0.1；面积=像素面积×0.1²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构建预处理链条并可视化中间图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阈值策略对比实验(全局/Otsu/自适应)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findContours提取并过滤轮廓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缺陷判型+尺寸换算+画框标注输出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技能1：构建预处理链条并可视化中间图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技能2：阈值策略对比实验(全局/Otsu/自适应)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技能3：findContours提取并过滤轮廓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技能4：缺陷判型+尺寸换算+画框标注输出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数字图像处理理论（30分钟）：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数字图像基础：像素、分辨率、色彩空间（RGB/GRAY/HSV）；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图像处理操作：滤波去噪、边缘检测（Canny）、形态学操作（腐蚀/膨胀）；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特征提取与描述子概念（HOG、SIFT）；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工业应用：产线自动化检测的典型流程（采集→预处理→分割→测量→判定）。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演示与工单项目M3.1实验：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演示边缘检测、轮廓提取在产线检测中的实时应用；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使用OpenCV读取产品表面图像，进行灰度化、滤波、阈值分割；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轮廓检测与缺陷尺寸（长度、面积）计算，结果标注输出。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关键代码：测量链路核心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blur = cv2.GaussianBlur(img, (5,5), 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_, bw = cv2.threshold(blur, 0, 255,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cv2.THRESH_BINARY_INV + cv2.THRESH_OTSU)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cnts, _ = cv2.findContours(bw, cv2.RETR_EXTERNAL,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cv2.CHAIN_APPROX_SIMPLE)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c in cnts: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cv2.contourArea(c) &lt; 15: continue     # 滤噪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w, h = sorted(cv2.minAreaRect(c)[1])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length_mm = w * 0.1                      # 当量换算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代码走读：《测量链路核心》逐段拆解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行1：blur = cv2.GaussianBlur(img, (5,5), 0)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行2：_, bw = cv2.threshold(blur, 0, 255,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行3：cv2.THRESH_BINARY_INV + cv2.THRESH_OTSU)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行4：cnts, _ = cv2.findContours(bw, cv2.RETR_EXTERNAL,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行5：cv2.CHAIN_APPROX_SIMPLE)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关键代码：面积换算(平方!)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area_px = cv2.contourArea(c)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area_mm2 = area_px * 0.1 ** 2     # 350px²→3.5mm²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代码走读：《面积换算(平方!)》逐段拆解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行1：area_px = cv2.contourArea(c)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行2：area_mm2 = area_px * 0.1 ** 2     # 350px²→3.5mm²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决策：阈值策略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划痕检出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凹坑检出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全局阈值(100)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Otsu自动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自适应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本课决策题：决策：阈值策略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实施任务：工单M3.1《产品表面缺陷尺寸测量系统》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灰度化→滤波→阈值分割→开运算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findContours提取轮廓并过滤噪点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判型(划痕/凹坑)并按当量换算尺寸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画框+文字标注输出结果图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正确检出标注；误差&lt;10%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误差&lt;5%；多缺陷全检出且美观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阈值实验体验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改阈值100→80→120看结果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口述当量换算公式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能说出参数影响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第1步：改阈值100→80→120看结果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第2步：记录检出变化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第3步：口述当量换算公式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达标自检：能说出参数影响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单缺陷测量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跑通预处理链条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测一个缺陷尺寸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输出标注图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第1步：跑通预处理链条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第2步：测一个缺陷尺寸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第3步：输出标注图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达标自检：误差&lt;10%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完整测量链路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预处理→分割→轮廓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划痕长度/凹坑面积换算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标注图输出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第1步：预处理→分割→轮廓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第2步：划痕长度/凹坑面积换算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第3步：标注图输出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达标自检：误差&lt;8%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多缺陷全检出+误检归零分析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三种阈值策略各测5件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多缺陷件逐一检出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每个误检写成因分析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误差&lt;5%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多缺陷件全检出+误检率归零，并分析每个误检的成因)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第1步：三种阈值策略各测5件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第2步：多缺陷件逐一检出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第3步：每个误检写成因分析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达标自检：误差&lt;5%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灰度化→滤波→阈值分割→开运算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findContours提取轮廓并过滤噪点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判型(划痕/凹坑)并按当量换算尺寸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画框+文字标注输出结果图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面积换算记得平方：350px²→3.5mm²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轮廓用RETR_EXTERNAL避免内轮廓重复计数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阈值方向：缺陷暗背景亮→用THRESH_BINARY_INV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面积大10倍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当量没平方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×0.1²而不是×0.1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轮廓重复计数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用了RETR_TREE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改RETR_EXTERNAL只要外轮廓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阈值后全黑/全白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方向反了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暗缺陷用BINARY_INV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运行时出现「面积大10倍」，你的排查顺序是？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原因是当量没平方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D·学徒（≥60）：阈值实验体验——跟做保底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C·操作员（≥70）：单缺陷测量——基础完成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B·组长（≥80）：完整测量链路——标准达成+帮带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A·师傅（≥90）：多缺陷全检出+误检归零分析——进阶拓展+费曼讲解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步骤1：灰度化→滤波→阈值分割→开运算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步骤2：findContours提取轮廓并过滤噪点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步骤3：判型(划痕/凹坑)并按当量换算尺寸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步骤4：画框+文字标注输出结果图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工单M3.1已发布，四层任务各自认领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完成工单项目M3.1《产品表面缺陷尺寸测量系统》：正确检测并标注缺陷，测量误差&lt;10%，优秀标准&lt;5%且结果美观清晰；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记录不同滤波参数下的处理效果对比；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预习YOLO物体检测的基本概念。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微课知识卡：构建预处理链条并可视化中间图（5分钟视频+导学单）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数字图像=二维矩阵；灰度图单通道0-255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色彩空间：GRAY/RGB/HSV及转换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高斯滤波：抑制噪声、平滑图像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面积大10倍 · 轮廓重复计数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本周主题：构建预处理链条并可视化中间图——5分钟视频+导学单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排错题：出现「面积大10倍」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原因：当量没平方；解决：×0.1²而不是×0.1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知识：数字图像=二维矩阵；灰度图单通道0-25；色彩空间：GRAY/RGB/HSV及转换；高斯滤波：抑制噪声、平滑图像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技能：构建预处理链条并可视化中间图；阈值策略对比实验(全局/Otsu/自适应)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交付：工单M3.1《产品表面缺陷尺寸测量系统》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加载本地权重执行CPU推理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