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开场30秒：本次课《让机器读懂故障报告》，80分钟＝2课时×40分钟。课前已发工单+starter+微课知识卡，资讯·计划线上完成。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部分小结：三句话收束定位部分，转流程。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产业数据卡：让学生看到'学的技能=产线的数字'，建立真实感。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部分小结：时间盒+分层节奏收束，转目标。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情境说书（30秒，口头讲，不必逐字念）：运维知识库积压了三年故障报修单，派单全靠调度员经验。老周要'让文字自己找到主人'——工单M4.1：训练一个把故障文本自动分到五个专业组的分类器。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随堂自测：先答后揭晓，答对记过程分——为目标达成做第一次探测。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部分小结：目标+剧情+自测收束，转知识精讲。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知识卡1：NLP：让机器处理自然语言文本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知识卡2：分词：jieba精确模式切词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知识卡3：停用词：的/了等无信息词需过滤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知识卡4：词袋模型：文本→词频向量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知识卡5：TF-IDF：常见词降权、专属词升权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知识卡6：文本分类：向量→类别标签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知识卡7：数据泄漏：向量化只能fit训练集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深化展开：每条要点配一个'为什么'，A层准备2分钟费曼讲解。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技能展开：逐条读技能，指读工单对应步骤——把'学'和'考'对齐。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现场演示《文本分类管线》：三步走——先整段跑通看结果，再逐行讲关键语句，最后现场改一个参数看输出变化（演10分钟的核心素材）。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现场演示《Top关键词》：三步走——先整段跑通看结果，再逐行讲关键语句，最后现场改一个参数看输出变化（演10分钟的核心素材）。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工单发布话术：'设备智能运维中心发来工单M4.1《工业故障报告自动分类系统》，及格线是准，优秀线看A层标准'——念完发starter。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错误速查：现场演示第一条——制造「Top10全是虚词」，带着学生按'现象→原因→解决'三步排查。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部分小结：实施收束，转检查评价。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课后任务逐条念，说明下次课的衔接关系；预告下次课前微课与导学单。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Git工具箱：投屏演示一遍四步——学生跟着做一次就记住了。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conda工具箱：三个命令一页——换课/换机先跑这三条。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PyCharm工具箱：五个键每天用——现场带练一遍。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让机器读懂故障报告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第十周 · 第7次课（2课时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本课主用：Jupyter（实训/演示）+ PyCharm CE（编码）+ Git/GitHub（每周提交）</a:t>
            </a:r>
          </a:p>
        </p:txBody>
      </p:sp>
      <p:pic>
        <p:nvPicPr>
          <p:cNvPr id="7" name="Picture 6" descr="W10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专业核心能力进阶课：无代码体验→轻代码实现→工业级应用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AI应用实践（中级）、工业互联网平台运维、计算机视觉工程师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前：无Python先修（零基础入门） → 本课(第4-11周，与Python基础并行) → 后：项目实战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让机器读懂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故障报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NLP：让机器处理自然语言文本 · 分词：jieba精确模式切词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停用词：的/了等无信息词需过滤 · 词袋模型：文本→词频向量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jieba分词+停用词过滤管线 · TF-IDF向量化(Pipeline防泄漏)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基础知识线：NLP：让机器处理自然语言文本；分词：jieba精确模式切词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继续夯实线：停用词：的/了等无信息词需过滤；词袋模型：文本→词频向量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技能线：jieba分词+停用词过滤管线；TF-IDF向量化(Pipeline防泄漏)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M4.1《工业故障报告自动分类系统》——本课工单即考核单元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本课在课程体系：专业核心能力进阶课：无代码体验→轻代码实现→工业级应用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岗课赛证四维坐标已明确，带着目标进课堂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模型准确率(%)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4030435"/>
            <a:ext cx="1400000" cy="1369565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3470435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推理耗时(ms/条)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4943479"/>
            <a:ext cx="1400000" cy="456521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4383479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人工复核率(%)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数据来自虚拟产线五件套——你写的代码就在处理这些数据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六步法：决策10→实施30→检查5→实施25→评价10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评价环节10分钟不压缩——当堂评分、24小时反馈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理解文本预处理、分词、向量化（TF-IDF）的基本原理；掌握文本分类的完整流程；理解大语言模型（LLM）的基本概念。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能够使用jieba与TF-IDF完成工业故障报告自动分类（准确率≥0.75，优秀≥0.85）；能够解释关键词对分类结果的贡献。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认识非结构化文本数据的价值，培养将现场经验沉淀为知识库的数据资产意识。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目标：理解文本预处理、分词、向量化（TF-IDF）的基本原理；掌握文本分类的完整流程；理解大语言模型（LLM）的基本概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目标：能够使用jieba与TF-IDF完成工业故障报告自动分类（准确率≥0.75，优秀≥0.85）；能够解释关键词对分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目标：认识非结构化文本数据的价值，培养将现场经验沉淀为知识库的数据资产意识。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TF-IDF中的IDF让什么样的词权重更高？停用词不滤会怎样？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导学单+预习自测已完成；data/数据已就位、starter可运行（--check环境OK）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题目：TF-IDF中的IDF让什么样的词权重更高？停用词不滤会怎样？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TF-IDF中的IDF让什么样的词权重更高？停用词不滤会怎样？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停用词不滤则“的/了”霸榜Top10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运维知识库积压了三年故障报修单，派单全靠调度员经验。老周要'让文字自己找到主人'——工单M4.1：训练一个把故障文本自动分到五个专业组的分类器。</a:t>
            </a:r>
          </a:p>
        </p:txBody>
      </p:sp>
      <p:pic>
        <p:nvPicPr>
          <p:cNvPr id="9" name="Picture 8" descr="W10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任务背景：运维知识库积压了三年故障报修单，派单全靠调度员经验。老周要'让文字自己找到主人'——工单M4.1：训练一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理解文本预处理、分词、向量化（TF-IDF）的基本原理；掌握文本分类的完整流程；理解大语言模型（LLM）的基本概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能够使用jieba与TF-IDF完成工业故障报告自动分类（准确率≥0.75，优秀≥0.85）；能够解释关键词对分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认识非结构化文本数据的价值，培养将现场经验沉淀为知识库的数据资产意识。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对应工单M4.1评分：功能40%+技术25%+规范20%+素养15%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TF-IDF中的IDF让什么样的词权重更高？停用词不滤会怎样？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排错题：出现「Top10全是虚词」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原因：停用词没滤；解决：扩充STOP表再统计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NLP：让机器处理自然语言文本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剧情任务：运维知识库积压了三年故障报修单，派单全靠调度员经验。老周要'让文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NLP：让机器处理自然语言文本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分词：jieba精确模式切词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停用词：的/了等无信息词需过滤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词袋模型：文本→词频向量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TF-IDF：常见词降权、专属词升权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文本分类：向量→类别标签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B07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数据泄漏：向量化只能fit训练集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NLP：让机器处理自然语言文本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分词：jieba精确模式切词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停用词：的/了等无信息词需过滤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词袋模型：文本→词频向量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TF-IDF：常见词降权、专属词升权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从文字到向量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分词（jieba）→去停用词→TF-IDF加权（常见词权重低、专属词权重高）→稀疏向量进分类器。文本挖掘的第一步都是“翻译成数字”。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数据泄漏警戒线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TF-IDF只能fit训练集：若fit了全量，测试集的词分布信息就泄入模型，指标虚高不可信。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要点1：('从文字到向量', '分词（jieba）→去停用词→TF-IDF加权（常见词权重低、专属词权重高）→稀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要点2：('数据泄漏警戒线', 'TF-IDF只能fit训练集：若fit了全量，测试集的词分布信息就泄入模型，指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jieba分词+停用词过滤管线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TF-IDF向量化(Pipeline防泄漏)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NB与LR双分类器对比评估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输出Top关键词并解释贡献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技能1：jieba分词+停用词过滤管线 → 对应工单步骤1，占功能分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技能2：TF-IDF向量化(Pipeline防泄漏) → 对应工单步骤2，占功能分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技能3：NB与LR双分类器对比评估 → 对应工单步骤3，占功能分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技能4：输出Top关键词并解释贡献 → 对应工单步骤4，占功能分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评估指标公式卡（贴在显示器上）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准确率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0000" y="247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对的 / 全部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0000" y="300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总体把握, 不均衡时会骗人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精确率 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0000" y="247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报的真 / 全部报的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0000" y="300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误报成本高时看它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000" y="376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召回率 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抓到的真 / 全部真的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漏报(漏检)代价高时看它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10000" y="376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F1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2PR / (P+R)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精确与召回的调和平均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让机器读懂故障报告（1）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NLP基础理论（30分钟）：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自然语言处理概述与工业应用（故障说明分类、工程文档管理）；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文本预处理：分词（jieba）、去停用词；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文本向量化：词袋模型、TF-IDF；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文本分类与情感分析的基本流程。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让机器读懂故障报告（2）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演示与工单项目M4.1实验：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演示NLP模型处理中文故障报告的效果；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使用jieba对工业故障说明文本进行中文分词；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TF-IDF特征提取与分类模型训练（≥5类故障）；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评估分类准确率并解释关键词贡献；知识补充：TextVectorizer类与TextClassifier类的OOP设计。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关键代码：文本分类管线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sklearn.pipeline import make_pipeline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sklearn.feature_extraction.text import TfidfVectorizer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cut(t): return " ".join(w for w in jieba.cut(t)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          if w not in STOP and len(w)&gt;1)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pipe = make_pipeline(TfidfVectorizer(max_features=2000),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   LogisticRegression(max_iter=1000))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pipe.fit([cut(t) for t in texts_train], labels_train)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代码走读：《文本分类管线》逐段拆解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行1：from sklearn.pipeline import make_pipeline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行2：from sklearn.feature_extraction.text import TfidfVec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行3：def cut(t): return " ".join(w for w in jieba.cut(t)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行4：if w not in STOP and len(w)&gt;1)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6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5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行5：pipe = make_pipeline(TfidfVectorizer(max_features=20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66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64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关键代码：Top关键词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import jieba.analyse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print(jieba.analyse.extract_tags(" ".join(all_texts), topK=10,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                withWeight=True))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代码走读：《Top关键词》逐段拆解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行1：import jieba.analyse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行2：print(jieba.analyse.extract_tags(" ".join(all_texts)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行3：withWeight=True))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决策：分类器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分类器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准确率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速度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朴素贝叶斯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逻辑回归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06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本课决策题：决策：分类器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实施任务：工单M4.1《工业故障报告自动分类系统》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jieba分词+停用词过滤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TF-IDF向量化(2000维)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训练两分类器并对比指标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预测自收集新文本+Top10关键词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准确率≥0.75；能预测新文本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≥0.85；混淆矩阵分析+关键词解释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分词体验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jieba.cut两句故障描述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对比去停用词前后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看Top10词表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能看懂词云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第1步：jieba.cut两句故障描述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第2步：对比去停用词前后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第3步：看Top10词表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达标自检：能看懂词云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单分类器管线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完成分词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TF-IDF+NB训练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预测3条新文本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准确率≥0.75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第1步：完成分词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第2步：TF-IDF+NB训练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第3步：预测3条新文本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达标自检：准确率≥0.75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双分类器完整对比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分词+停用词过滤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Pipeline(NB/LR)训练对比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预测自收集新文本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准确率≥0.80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第1步：分词+停用词过滤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第2步：Pipeline(NB/LR)训练对比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第3步：预测自收集新文本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达标自检：准确率≥0.80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混淆矩阵+词典调优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混淆矩阵找易混两类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加自定义词典或ngram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解释关键词贡献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准确率≥0.85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混淆矩阵分析哪两类易混并给出词表级解释（如液压vs传动共享词）)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第1步：混淆矩阵找易混两类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第2步：加自定义词典或ngram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第3步：解释关键词贡献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达标自检：准确率≥0.85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jieba分词+停用词过滤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TF-IDF向量化(2000维)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训练两分类器并对比指标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预测自收集新文本+Top10关键词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停用词不滤则“的/了”霸榜Top10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Pipeline组合向量化与分类器可自动避免泄漏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新文本预测要过同一个cut()预处理函数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103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Top10全是虚词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停用词没滤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扩充STOP表再统计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测试指标虚高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向量化fit了全量(泄漏)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Pipeline只在训练集fit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中文乱码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编码不一致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统一encoding='utf-8'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103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运行时出现「Top10全是虚词」，你的排查顺序是？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原因是停用词没滤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D·学徒（≥60）：分词体验——跟做保底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C·操作员（≥70）：单分类器管线——基础完成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B·组长（≥80）：双分类器完整对比——标准达成+帮带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A·师傅（≥90）：混淆矩阵+词典调优——进阶拓展+费曼讲解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103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步骤1：jieba分词+停用词过滤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步骤2：TF-IDF向量化(2000维)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步骤3：训练两分类器并对比指标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步骤4：预测自收集新文本+Top10关键词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103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conda环境正确（提示符显示(ai01）再运行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103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工单M4.1已发布，四层任务各自认领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103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103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提交物与评分（工单M4.1）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学号_姓名_M4.1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完成工单项目M4.1《工业故障报告自动分类系统》：准确率≥0.75，优秀标准≥0.85且能解释关键词贡献、结果可视化；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每人收集10条真实风格的设备故障描述，扩充班级语料库；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预习Prompt工程与大模型API调用方式。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103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模型可解释与数据伦理：不迷信黑盒, 尊重隐私与合规红线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工程化思维：从模型精度到系统可用, 版本可管理、结果可复现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持续学习：追踪大模型前沿, 用工单沉淀个人知识资产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103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103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103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ONNX推理结果不一致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对齐预处理（同一scaler/归一化参数）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103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M4.1任务书——步骤/及格线/评分细则都在里面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103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103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103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分类模型+阈值规则，先自动化易判样本，人只复核疑难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M4.1的技能点即其最小实现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103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103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103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微课知识卡：jieba分词+停用词过滤管线（5分钟视频+导学单）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103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NLP：让机器处理自然语言文本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分词：jieba精确模式切词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停用词：的/了等无信息词需过滤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103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103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让机器读懂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故障报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NLP：让机器处理自然语言文本 · 分词：jieba精确模式切词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jieba分词+停用词过滤管线 · TF-IDF向量化(Pipeline防泄漏)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Top10全是虚词 · 测试指标虚高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工单M4.1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103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103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本周主题：jieba分词+停用词过滤管线——5分钟视频+导学单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103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103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TF-IDF中的IDF让什么样的词权重更高？停用词不滤会怎样？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排错题：出现「Top10全是虚词」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原因：停用词没滤；解决：扩充STOP表再统计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NLP：让机器处理自然语言文本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103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知识：NLP：让机器处理自然语言文本；分词：jieba精确模式切词；停用词：的/了等无信息词需过滤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技能：jieba分词+停用词过滤管线；TF-IDF向量化(Pipeline防泄漏)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交付：工单M4.1《工业故障报告自动分类系统》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103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按前缀写：feat:完成W10工单核心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推送到 GitHub/Gitee——云端可查才算交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网页刷新看到新提交=成功；每周≥1次，工程素养分依据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103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工具箱②：conda环境三命令（换课先切环境）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ai01——提示符变(ai01)才对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路径含envs才对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103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格式化代码（⌘⌥L）——交作业前必按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注释/取消注释——调试好帮手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开关注册终端——跑服务/装包都在这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103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102 / 103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下次课预告（第11周）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三版Prompt对比实验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RAG相比纯LLM回答的优势是什么？企业数据合规要注意什么？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