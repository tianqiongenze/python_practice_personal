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开场30秒：本次课《看得懂缺陷的神经网络》，80分钟＝2课时×40分钟。课前已发工单+starter+微课知识卡，资讯·计划线上完成。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情境说书（30秒，口头讲，不必逐字念）：质检科求助：焊接机器人 nightly 抽检靠老师傅目视，夜班漏检率高。老周调来6台焊机半年的缺陷照片库，'能不能让机器自己看？'——工单M2.1：在CPU上训练一个会认'气孔/夹渣/裂纹'的小型CNN。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知识卡1：神经元：加权求和+非线性激活(ReLU)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知识卡2：网络=层堆叠：Input→Conv→Pool→FC→Output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知识卡3：卷积核3×3扫图做局部加权→提取边缘/纹理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知识卡4：池化2×2取最大→尺寸减半、保留显著特征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知识卡5：形状追踪：(N,1,64,64)→conv→pool→…→(N,4)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知识卡6：归一化/255：把像素压到0-1，加速收敛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知识卡7：数据增强：翻转/平移扩充样本防过拟合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现场演示《TinyCNN前向(填空核心)》：三步走——先整段跑通看结果，再逐行讲关键语句，最后现场改一个参数看输出变化（演10分钟的核心素材）。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现场演示《训练循环骨架》：三步走——先整段跑通看结果，再逐行讲关键语句，最后现场改一个参数看输出变化（演10分钟的核心素材）。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工单发布话术：'设备智能运维中心发来工单M2.1《工业焊接缺陷检测系统》，及格线是准，优秀线看A层标准'——念完发starter。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错误速查：现场演示第一条——制造「loss停在1.386不动」，带着学生按'现象→原因→解决'三步排查。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看得懂缺陷的神经网络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第六周 · 第3次课（2课时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看得懂缺陷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的神经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神经元：加权求和+非线性激活(ReLU) · 网络=层堆叠：Input→Conv→Pool→FC→Output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卷积核3×3扫图做局部加权→提取边缘/纹理 · 池化2×2取最大→尺寸减半、保留显著特征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完成TinyCNN的forward前向传播 · 编写batch训练循环并打印loss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基础知识线：神经元：加权求和+非线性激活(ReLU)；网络=层堆叠：Input→Conv→Pool→FC→Output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继续夯实线：卷积核3×3扫图做局部加权→提取边缘/纹理；池化2×2取最大→尺寸减半、保留显著特征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技能线：完成TinyCNN的forward前向传播；编写batch训练循环并打印loss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M2.1《工业焊接缺陷检测系统》——本课工单即考核单元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本课在课程体系：专业核心能力进阶课：无代码体验→轻代码实现→工业级应用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理解神经网络的基本结构与前向传播概念；掌握CNN在缺陷检测中的应用原理；了解迁移学习的基本思想。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能够使用预训练CNN模型完成工业焊接缺陷检测（准确率≥0.80）；能够上传测试图片并得到预测结果。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理解深度学习“黑盒”特性的可解释性需求，树立模型可视化与结果验证的科学态度。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目标：理解神经网络的基本结构与前向传播概念；掌握CNN在缺陷检测中的应用原理；了解迁移学习的基本思想。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目标：能够使用预训练CNN模型完成工业焊接缺陷检测（准确率≥0.80）；能够上传测试图片并得到预测结果。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目标：理解深度学习“黑盒”特性的可解释性需求，树立模型可视化与结果验证的科学态度。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卷积核3×3、输入64×64、不加padding，输出尺寸是多少？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题目：卷积核3×3、输入64×64、不加padding，输出尺寸是多少？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卷积核3×3、输入64×64、不加padding，输出尺寸是多少？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输入必须/255归一化，否则loss居高不下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质检科求助：焊接机器人 nightly 抽检靠老师傅目视，夜班漏检率高。老周调来6台焊机半年的缺陷照片库，'能不能让机器自己看？'——工单M2.1：在CPU上训练一个会认'气孔/夹渣/裂纹'的小型CNN。</a:t>
            </a:r>
          </a:p>
        </p:txBody>
      </p:sp>
      <p:pic>
        <p:nvPicPr>
          <p:cNvPr id="9" name="Picture 8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任务背景：质检科求助：焊接机器人 nightly 抽检靠老师傅目视，夜班漏检率高。老周调来6台焊机半年的缺陷照片库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理解神经网络的基本结构与前向传播概念；掌握CNN在缺陷检测中的应用原理；了解迁移学习的基本思想。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能够使用预训练CNN模型完成工业焊接缺陷检测（准确率≥0.80）；能够上传测试图片并得到预测结果。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理解深度学习“黑盒”特性的可解释性需求，树立模型可视化与结果验证的科学态度。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对应工单M2.1评分：功能40%+技术25%+规范20%+素养15%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卷积核3×3、输入64×64、不加padding，输出尺寸是多少？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排错题：出现「loss停在1.386不动」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原因：忘记/255归一化；解决：X=X.astype('float32')/255.0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神经元：加权求和+非线性激活(ReLU)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剧情任务：质检科求助：焊接机器人 nightly 抽检靠老师傅目视，夜班漏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神经元：加权求和+非线性激活(ReLU)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网络=层堆叠：Input→Conv→Pool→FC→Output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卷积核3×3扫图做局部加权→提取边缘/纹理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池化2×2取最大→尺寸减半、保留显著特征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形状追踪：(N,1,64,64)→conv→pool→…→(N,4)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归一化/255：把像素压到0-1，加速收敛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数据增强：翻转/平移扩充样本防过拟合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神经元：加权求和+非线性激活(ReLU)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网络=层堆叠：Input→Conv→Pool→FC→Output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卷积核3×3扫图做局部加权→提取边缘/纹理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池化2×2取最大→尺寸减半、保留显著特征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形状追踪：(N,1,64,64)→conv→pool→…→(N,4)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卷积如何“看”图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卷积核像手电筒扫过图像做加权求和，提取局部特征（边缘/斑点）；池化把特征图减半保留显著信号。层层堆叠=从线条到部件的抽象。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形状追踪法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打印每层张量形状：(N,1,64,64)→conv→pool→(N,16,14,14)→flatten→(N,4)。形状对不上是新手报错第一名，先追形状再查数值。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要点1：('卷积如何“看”图', '卷积核像手电筒扫过图像做加权求和，提取局部特征（边缘/斑点）；池化把特征图减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要点2：('形状追踪法', '打印每层张量形状：(N,1,64,64)→conv→pool→(N,16,14,1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完成TinyCNN的forward前向传播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编写batch训练循环并打印loss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用张量形状追踪法定位维度错误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对测试图输出预测+softmax置信度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技能1：完成TinyCNN的forward前向传播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技能2：编写batch训练循环并打印loss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技能3：用张量形状追踪法定位维度错误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技能4：对测试图输出预测+softmax置信度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看得懂缺陷的神经网络（1）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神经网络与CNN理论（30分钟，只讲直观原理，不推导公式）：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神经网络的基本结构：层、节点、权重、偏置与激活函数；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卷积神经网络（CNN）的基本概念：卷积核、特征图、池化；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工业缺陷检测应用：表面裂纹、焊接气孔、夹渣等缺陷的识别流程。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演示与工单项目M2.1实验：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演示CNN识别工业表面缺陷的实时效果与特征图、注意力图可视化；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0000" y="62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0000" y="61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加载预训练CNN模型，对焊接图像（无缺陷、气孔、夹渣、裂纹4类）进行推理；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0000" y="71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0000" y="70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图像标准化预处理、模型推理与评估；知识补充：神经网络即多层对象（Input→Layer→Output），用Sequential API面向对象地构建模型。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关键代码：TinyCNN前向(填空核心)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TinyCNN(nn.Module):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forward(self, x):                  # (N,1,64,64)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x = self.pool(torch.relu(self.conv1(x)))  # →(N,8,31,31)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x = self.pool(torch.relu(self.conv2(x)))  # →(N,16,14,14)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x = x.flatten(1)                   # →(N,3136)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return self.fc2(torch.relu(self.fc1(x)))  # →(N,4)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代码走读：《TinyCNN前向(填空核心)》逐段拆解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行1：class TinyCNN(nn.Module):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行2：def forward(self, x):                  # (N,1,64,64)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行3：x = self.pool(torch.relu(self.conv1(x)))  # →(N,8,31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行4：x = self.pool(torch.relu(self.conv2(x)))  # →(N,16,1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6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5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行5：x = x.flatten(1)                   # →(N,3136)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6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4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关键代码：训练循环骨架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i in range(0, len(Xtr), 32):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b = perm[i:i+32]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opt.zero_grad()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loss = lossf(model(Xtr[b]), ytr[b])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loss.backward(); opt.step()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代码走读：《训练循环骨架》逐段拆解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行1：for i in range(0, len(Xtr), 32):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行2：b = perm[i:i+32]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行3：opt.zero_grad()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行4：loss = lossf(model(Xtr[b]), ytr[b])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行5：loss.backward(); opt.step()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8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7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决策：训练方案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耗时(CPU)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从零训练tiny-CNN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~2min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预训练微调(演示)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~10min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本课决策题：决策：训练方案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实施任务：工单M2.1《工业焊接缺陷检测系统》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加载npy数据并归一化(/255)+划分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补全forward与训练循环(3 epochs)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记录每轮loss与测试准确率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输出2张测试图预测+置信度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准确率≥0.80；形状追踪表基本正确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≥0.88；数据增强对比+loss曲线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推理体验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加载预训练权重仅推理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上传图片看预测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抄写形状追踪表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能读懂形状表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第1步：加载预训练权重仅推理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第2步：上传图片看预测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第3步：抄写形状追踪表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达标自检：能读懂形状表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跑通训练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加载npy数据并归一化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完成forward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训练6轮看acc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准确率≥0.80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第1步：加载npy数据并归一化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第2步：完成forward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第3步：训练6轮看acc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达标自检：准确率≥0.80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完整训练评估流程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补全forward与训练循环(6轮)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记录每轮loss与测试acc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输出形状追踪表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准确率≥0.85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第1步：补全forward与训练循环(6轮)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第2步：记录每轮loss与测试acc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第3步：输出形状追踪表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达标自检：准确率≥0.85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数据增强对比+loss曲线+混淆矩阵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加随机水平翻转增强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绘制loss/acc曲线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混淆矩阵分析1个误判样本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准确率≥0.88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加数据增强（随机翻转/平移）对比训练曲线，解释增强为何有效)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第1步：加随机水平翻转增强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第2步：绘制loss/acc曲线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第3步：混淆矩阵分析1个误判样本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达标自检：准确率≥0.88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加载npy数据并归一化(/255)+划分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补全forward与训练循环(3 epochs)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记录每轮loss与测试准确率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输出2张测试图预测+置信度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输入必须/255归一化，否则loss居高不下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PyTorch通道序是N,C,H,W——numpy转tensor后要补通道维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测试集指标为准，禁止在测试集上挑图刷准确率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loss停在1.386不动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忘记/255归一化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X=X.astype('float32')/255.0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尺寸不匹配报错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通道序/flatten位置错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逐步打印x.shape定位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训练慢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batch太小/full-batch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batch=32并只训6轮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运行时出现「loss停在1.386不动」，你的排查顺序是？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原因是忘记/255归一化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D·学徒（≥60）：推理体验——跟做保底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C·操作员（≥70）：跑通训练——基础完成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B·组长（≥80）：完整训练评估流程——标准达成+帮带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A·师傅（≥90）：数据增强对比+loss曲线+混淆矩阵——进阶拓展+费曼讲解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步骤1：加载npy数据并归一化(/255)+划分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步骤2：补全forward与训练循环(3 epochs)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步骤3：记录每轮loss与测试准确率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步骤4：输出2张测试图预测+置信度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conda环境正确（提示符显示(ai01）再运行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工单M2.1已发布，四层任务各自认领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完成工单项目M2.1《工业焊接缺陷检测系统》：准确率≥0.80，优秀标准≥0.88并完成特征图可视化或数据增强尝试；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收集5张含缺陷的工业图片并用模型检测，记录结果；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预习时间序列数据的基本特性。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102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ONNX推理结果不一致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对齐预处理（同一scaler/归一化参数）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102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102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102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分类模型+阈值规则，先自动化易判样本，人只复核疑难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102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102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102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微课知识卡：完成TinyCNN的forward前向传播（5分钟视频+导学单）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102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神经元：加权求和+非线性激活(ReLU)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网络=层堆叠：Input→Conv→Pool→FC→Output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卷积核3×3扫图做局部加权→提取边缘/纹理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102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102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看得懂缺陷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的神经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神经元：加权求和+非线性激活(ReLU) · 网络=层堆叠：Input→Conv→Pool→FC→Output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完成TinyCNN的forward前向传播 · 编写batch训练循环并打印loss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loss停在1.386不动 · 尺寸不匹配报错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工单M2.1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102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102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本周主题：完成TinyCNN的forward前向传播——5分钟视频+导学单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102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102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卷积核3×3、输入64×64、不加padding，输出尺寸是多少？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排错题：出现「loss停在1.386不动」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原因：忘记/255归一化；解决：X=X.astype('float32')/255.0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神经元：加权求和+非线性激活(ReLU)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102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知识：神经元：加权求和+非线性激活(ReLU)；网络=层堆叠：Input→Conv→Po；卷积核3×3扫图做局部加权→提取边缘/纹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技能：完成TinyCNN的forward前向传播；编写batch训练循环并打印loss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交付：工单M2.1《工业焊接缺陷检测系统》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102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按前缀写：feat:完成W6工单核心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102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ai01——提示符变(ai01)才对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102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102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102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下次课预告（第7周）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可视化窗口-标签对应关系(--viz)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窗口长度20、步长1，长度200的序列能切出多少个样本？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