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开场30秒：本次课《喂给模型好数据，模型才聪明》，80分钟＝2课时×40分钟。课前已发工单+starter+微课知识卡，资讯·计划线上完成。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你的M1.1模型上线试跑，准确率78%，但老周在周会上指出：上周轴承磨损被误报成正常两次。'误报能忍，漏报要命。'林工拍拍你：别急着换模型，先喂它更好的数据——工单M1.2：用特征工程把准确率再提5%以上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知识卡1：特征构建：由原始列派生新列(比值/乘积/统计量)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知识卡2：归一化Min-Max：压到[0,1]，受极值影响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知识卡3：标准化Z-score：均值0方差1，更适合近似正态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知识卡4：树模型对单调缩放不敏感——决策矩阵要体现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知识卡5：3σ清洗：|x-μ|&gt;3σ视为异常并剔除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知识卡6：交叉验证：5折轮换验证，评估稳定性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知识卡7：网格搜索：GridSearchCV穷举超参组合选优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现场演示《消融实验循环》：三步走——先整段跑通看结果，再逐行讲关键语句，最后现场改一个参数看输出变化（演10分钟的核心素材）。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现场演示《派生特征+网格搜索》：三步走——先整段跑通看结果，再逐行讲关键语句，最后现场改一个参数看输出变化（演10分钟的核心素材）。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工单发布话术：'设备智能运维中心发来工单M1.2《特征工程优化的故障诊断系统》，及格线是准，优秀线看A层标准'——念完发starter。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错误速查：现场演示第一条——制造「调参后测试指标反降」，带着学生按'现象→原因→解决'三步排查。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喂给模型好数据，模型才聪明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第五周 · 第2次课（2课时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喂给模型好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数据，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特征构建：由原始列派生新列(比值/乘积/统计量) · 归一化Min-Max：压到[0,1]，受极值影响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标准化Z-score：均值0方差1，更适合近似正态 · 树模型对单调缩放不敏感——决策矩阵要体现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派生≥2个物理含义明确的特征 · 实现消融实验并记录每步指标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基础知识线：特征构建：由原始列派生新列(比值/乘积/统计量)；归一化Min-Max：压到[0,1]，受极值影响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继续夯实线：标准化Z-score：均值0方差1，更适合近似正态；树模型对单调缩放不敏感——决策矩阵要体现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技能线：派生≥2个物理含义明确的特征；实现消融实验并记录每步指标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M1.2《特征工程优化的故障诊断系统》——本课工单即考核单元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本课在课程体系：专业核心能力进阶课：无代码体验→轻代码实现→工业级应用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掌握特征构建、归一化与标准化的方法；理解不平衡数据处理策略与超参数调优的基本流程。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能够对工业数据进行特征工程并使模型准确率提升≥5%；能够使用交叉验证评估模型稳定性并撰写性能对比分析。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培养“数据质量决定模型上限”的工程严谨态度，形成通过实验对比验证方案优劣的科学思维。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目标：掌握特征构建、归一化与标准化的方法；理解不平衡数据处理策略与超参数调优的基本流程。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目标：能够对工业数据进行特征工程并使模型准确率提升≥5%；能够使用交叉验证评估模型稳定性并撰写性能对比分析。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目标：培养“数据质量决定模型上限”的工程严谨态度，形成通过实验对比验证方案优劣的科学思维。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Min-Max归一化与Z-score标准化各适用什么分布？树模型需要归一化吗？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题目：Min-Max归一化与Z-score标准化各适用什么分布？树模型需要归一化吗？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Min-Max归一化与Z-score标准化各适用什么分布？树模型需要归一化吗？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树模型对单调缩放不敏感——决策矩阵里要体现此判断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你的M1.1模型上线试跑，准确率78%，但老周在周会上指出：上周轴承磨损被误报成正常两次。'误报能忍，漏报要命。'林工拍拍你：别急着换模型，先喂它更好的数据——工单M1.2：用特征工程把准确率再提5%以上。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任务背景：你的M1.1模型上线试跑，准确率78%，但老周在周会上指出：上周轴承磨损被误报成正常两次。'误报能忍，漏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掌握特征构建、归一化与标准化的方法；理解不平衡数据处理策略与超参数调优的基本流程。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能够对工业数据进行特征工程并使模型准确率提升≥5%；能够使用交叉验证评估模型稳定性并撰写性能对比分析。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培养“数据质量决定模型上限”的工程严谨态度，形成通过实验对比验证方案优劣的科学思维。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对应工单M1.2评分：功能40%+技术25%+规范20%+素养15%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Min-Max归一化与Z-score标准化各适用什么分布？树模型需要归一化吗？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排错题：出现「调参后测试指标反降」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原因：在全量数据上调参(泄漏)；解决：严格train上调、test只看一次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特征构建：由原始列派生新列(比值/乘积/统计量)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剧情任务：你的M1.1模型上线试跑，准确率78%，但老周在周会上指出：上周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特征构建：由原始列派生新列(比值/乘积/统计量)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归一化Min-Max：压到[0,1]，受极值影响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标准化Z-score：均值0方差1，更适合近似正态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树模型对单调缩放不敏感——决策矩阵要体现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3σ清洗：|x-μ|&gt;3σ视为异常并剔除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交叉验证：5折轮换验证，评估稳定性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网格搜索：GridSearchCV穷举超参组合选优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特征构建：由原始列派生新列(比值/乘积/统计量)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归一化Min-Max：压到[0,1]，受极值影响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标准化Z-score：均值0方差1，更适合近似正态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树模型对单调缩放不敏感——决策矩阵要体现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3σ清洗：|x-μ|&gt;3σ视为异常并剔除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特征工程三招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构建派生特征（如振动/电流比，物理含义=单位载荷振动）；缩放（Min-Max压到[0,1]或Z-score标准化）；调参（GridSearchCV网格搜索+交叉验证选最优组合）。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消融实验法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固定测试集不变，每次只加一个处理环节并记录指标增量，像“控制变量法”一样定位每个手段的真实贡献，拒绝“一把梭”。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要点1：('特征工程三招', '构建派生特征（如振动/电流比，物理含义=单位载荷振动）；缩放（Min-Max压到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要点2：('消融实验法', '固定测试集不变，每次只加一个处理环节并记录指标增量，像“控制变量法”一样定位每个手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派生≥2个物理含义明确的特征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实现消融实验并记录每步指标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使用GridSearchCV调参(仅训练集)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用5折交叉验证输出均值±方差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技能1：派生≥2个物理含义明确的特征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技能2：实现消融实验并记录每步指标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技能3：使用GridSearchCV调参(仅训练集)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技能4：用5折交叉验证输出均值±方差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喂给模型好数据，模型才聪明（1）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特征工程理论精讲：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特征构建：从原始工业数据到有效特征的变换方法（差值、比值、统计量）；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数据归一化（Min-Max）与标准化（Z-score）的原理与选择依据；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不平衡数据处理：故障样本不足时的过采样与欠采样策略；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模型超参数调优基础：网格搜索（GridSearchCV）与交叉验证。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喂给模型好数据，模型才聪明（2）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工单项目M1.2实验（80分钟）：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对M1.1故障数据进行探索性分析与特征构建；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尝试不同预处理方法并对比模型性能差异；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使用交叉验证评估模型稳定性，完成性能对比报告。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关键代码：消融实验循环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ABLATION = []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evaluate(tag, Xa):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m = RandomForestClassifier(random_state=42).fit(Xtr2, ytr2)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acc = (m.predict(Xte2) == yte2).mean()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ABLATION.append((tag, acc))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print(f"[消融]{tag:&lt;14} acc={acc:.3f}")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代码走读：《消融实验循环》逐段拆解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行1：ABLATION = []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行2：def evaluate(tag, Xa):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行3：m = RandomForestClassifier(random_state=42).fit(Xtr2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行4：acc = (m.predict(Xte2) == yte2).mean()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行5：ABLATION.append((tag, acc))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0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9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关键代码：派生特征+网格搜索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Xf = np.c_[Xc, Xc[:,3]/Xc[:,4]]           # 振动/电流比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sklearn.model_selection import GridSearchCV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gs = GridSearchCV(RandomForestClassifier(random_state=42),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{"n_estimators":[50,100,200]}, cv=5)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gs.fit(Xtr, ytr)      # 只用训练集!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print(gs.best_params_, gs.best_score_)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代码走读：《派生特征+网格搜索》逐段拆解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行1：Xf = np.c_[Xc, Xc[:,3]/Xc[:,4]]           # 振动/电流比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行2：from sklearn.model_selection import GridSearchCV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行3：gs = GridSearchCV(RandomForestClassifier(random_stat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行4：{"n_estimators":[50,100,200]}, cv=5)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行5：gs.fit(Xtr, ytr)      # 只用训练集!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6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4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决策：预处理组合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信息损失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引入偏差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dropna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均值填充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插值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另：归一化对树模型无收益——矩阵中体现并写明理由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本课决策题：决策：预处理组合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实施任务：工单M1.2《特征工程优化的故障诊断系统》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3σ清洗噪声样本并记录条数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构建≥2个派生特征(振动/电流比等)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逐步消融：清洗→特征→调参，记录每步指标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5折交叉验证评估稳定性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准确率较基线提升≥5%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提升≥10%且F1≥0.80；≥3种优化方法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跑通消融演示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运行starter消融循环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把fillna改成dropna观察差异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记录两版结果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能复述每步指标变化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第1步：运行starter消融循环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第2步：把fillna改成dropna观察差异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第3步：记录两版结果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达标自检：能复述每步指标变化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完成清洗+1个新特征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3σ清洗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加1个派生特征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前后准确率对比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提升≥5%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第1步：3σ清洗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第2步：加1个派生特征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第3步：前后准确率对比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达标自检：提升≥5%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完成特征工程全流程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3σ清洗并记录条数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构建振动/电流比等2特征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网格搜索n_estimators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提升≥7%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第1步：3σ清洗并记录条数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第2步：构建振动/电流比等2特征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第3步：网格搜索n_estimators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达标自检：提升≥7%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≥3种优化组合+交叉验证报告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清洗+2特征+缩放+调参全链路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消融表逐步留痕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CV稳定性报告+生产推荐配置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提升≥10%且F1≥0.80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对最优组合做5折交叉验证稳定性报告，并给出一版“生产推荐配置”)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第1步：清洗+2特征+缩放+调参全链路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第2步：消融表逐步留痕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第3步：CV稳定性报告+生产推荐配置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达标自检：提升≥10%且F1≥0.80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3σ清洗噪声样本并记录条数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构建≥2个派生特征(振动/电流比等)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逐步消融：清洗→特征→调参，记录每步指标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5折交叉验证评估稳定性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树模型对单调缩放不敏感——决策矩阵里要体现此判断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网格搜索只在训练集上做，否则数据泄漏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噪声样本用3σ法截断，删除数量要记录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调参后测试指标反降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在全量数据上调参(泄漏)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严格train上调、test只看一次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归一化后树模型无变化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树对单调缩放不敏感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正常现象，矩阵中写明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消融表数字对不上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一次改多处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每步只加一个变量并即时记录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运行时出现「调参后测试指标反降」，你的排查顺序是？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原因是在全量数据上调参(泄漏)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D·学徒（≥60）：跑通消融演示——跟做保底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C·操作员（≥70）：完成清洗+1个新特征——基础完成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B·组长（≥80）：完成特征工程全流程——标准达成+帮带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A·师傅（≥90）：≥3种优化组合+交叉验证报告——进阶拓展+费曼讲解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步骤1：3σ清洗噪声样本并记录条数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步骤2：构建≥2个派生特征(振动/电流比等)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步骤3：逐步消融：清洗→特征→调参，记录每步指标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步骤4：5折交叉验证评估稳定性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工单M1.2已发布，四层任务各自认领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提交物与评分（工单M1.2）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学号_姓名_M1.2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完成工单项目M1.2《特征工程优化的故障诊断系统》：准确率较M1.1提升≥5%，优秀标准提升≥10%且F1值≥0.80；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整理特征工程改进思路说明（不少于3种优化方法）；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预习神经网络的基本概念。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微课知识卡：派生≥2个物理含义明确的特征（5分钟视频+导学单）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特征构建：由原始列派生新列(比值/乘积/统计量)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归一化Min-Max：压到[0,1]，受极值影响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标准化Z-score：均值0方差1，更适合近似正态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喂给模型好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数据，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特征构建：由原始列派生新列(比值/乘积/统计量) · 归一化Min-Max：压到[0,1]，受极值影响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派生≥2个物理含义明确的特征 · 实现消融实验并记录每步指标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调参后测试指标反降 · 归一化后树模型无变化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工单M1.2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本周主题：派生≥2个物理含义明确的特征——5分钟视频+导学单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Min-Max归一化与Z-score标准化各适用什么分布？树模型需要归一化吗？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排错题：出现「调参后测试指标反降」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原因：在全量数据上调参(泄漏)；解决：严格train上调、test只看一次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特征构建：由原始列派生新列(比值/乘积/统计量)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知识：特征构建：由原始列派生新列(比值/乘积/；归一化Min-Max：压到[0,1]，受；标准化Z-score：均值0方差1，更适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技能：派生≥2个物理含义明确的特征；实现消融实验并记录每步指标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交付：工单M1.2《特征工程优化的故障诊断系统》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按前缀写：feat:完成W5工单核心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ai01——提示符变(ai01)才对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完成TinyCNN的forward前向传播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卷积核3×3、输入64×64、不加padding，输出尺寸是多少？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