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开场30秒：本次课《项目终验联调与预答辩》，80分钟＝2课时×40分钟。课前已发工单+starter+微课知识卡，资讯·计划线上完成。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知识卡1：checklist三清单：功能/规范/演示——应用：见工单starter与教师参考实现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知识卡2：答辩结构：1分工+5演示+2总结——应用：见工单starter与教师参考实现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知识卡3：bad-case预案：评委必点脏数据——应用：见工单starter与教师参考实现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知识卡4：贡献表与Git交叉核对——应用：见工单starter与教师参考实现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知识卡5：每人必答1题(个人问责)——应用：见工单starter与教师参考实现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知识卡6：&gt;6组切换5+3分钟制——应用：见工单starter与教师参考实现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工单发布话术：'精密制造事业部发来工单Z《综合项目终验与预答辩》，及格线是可，优秀线看A层标准'——念完发starter。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项目终验联调与预答辩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基础知识线：checklist三清单：功能/规范/演示——应用：见工单starter与教师参考实现；答辩结构：1分工+5演示+2总结——应用：见工单starter与教师参考实现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继续夯实线：bad-case预案：评委必点脏数据——应用：见工单starter与教师参考实现；贡献表与Git交叉核对——应用：见工单starter与教师参考实现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Z《综合项目终验与预答辩》——本课工单即考核单元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目标：体验完整项目交付流程，培养团队协作、时间管理与成果表达的综合职业素养。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演示视频课前提交（≤3分钟），教师预看带问题入场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任务背景：答辩日。王主任、方总监和平台吴工都坐在台下。你要交付的，是把12周所学装进一个完整的《工业互联网数据处理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对应工单Z评分：功能40%+技术25%+规范20%+素养15%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checklist三清单(功能/规范/演示)你组还差哪几项？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原因：没提前试跑；解决：答辩机预演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checklist三清单：功能/规范/演示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剧情任务：答辩日。王主任、方总监和平台吴工都坐在台下。你要交付的，是把12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知识应用（1）：checklist三清单：功能/规范/演示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checklist三清单：功能/规范/演示。在两江智造产线上的用法：见工单starter与教师参考实现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知识应用（2）：答辩结构：1分工+5演示+2总结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答辩结构：1分工+5演示+2总结。在两江智造产线上的用法：见工单starter与教师参考实现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知识应用（3）：bad-case预案：评委必点脏数据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bad-case预案：评委必点脏数据。在两江智造产线上的用法：见工单starter与教师参考实现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知识应用（4）：贡献表与Git交叉核对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贡献表与Git交叉核对。在两江智造产线上的用法：见工单starter与教师参考实现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知识应用（5）：每人必答1题(个人问责)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每人必答1题(个人问责)。在两江智造产线上的用法：见工单starter与教师参考实现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&gt;6组切换5+3分钟制——应用：见工单starter与教师参考实现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知识应用（6）：&gt;6组切换5+3分钟制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&gt;6组切换5+3分钟制。在两江智造产线上的用法：见工单starter与教师参考实现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checklist终验法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功能项（四模块跑通）/规范项（PEP 8≥80%）/演示项（bad-case预案）三张清单逐项打勾——交付质量是检查出来的。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预答辩互问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组内互问必答题（架构/数据流/异常处理），答不顺的记下来回去补——预演暴露的问题是最便宜的。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要点1：('checklist终验法', '功能项（四模块跑通）/规范项（PEP 8≥80%）/演示项（bad-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要点2：('预答辩互问', '组内互问必答题（架构/数据流/异常处理），答不顺的记下来回去补——预演暴露的问题是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组内预答辩互问热身——应用：见工单starter与教师参考实现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限时演示与规范表达——应用：见工单starter与教师参考实现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提交物齐套打包——应用：见工单starter与教师参考实现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技能1：按checklist完成终验自查——应用：见工单starter与教师参考实现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技能2：组内预答辩互问热身——应用：见工单starter与教师参考实现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技能3：限时演示与规范表达——应用：见工单starter与教师参考实现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技能4：提交物齐套打包——应用：见工单starter与教师参考实现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项目终验联调与预答辩（1）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综合项目《工业互联网完整数据处理系统》终验联调：按checklist（功能项+规范项+演示项）逐项自查互查；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预答辩热身：组内互问互评（答辩必答题演练：架构、数据流、异常处理）；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完善演示材料（PPT与演示视频第24次课课前提交）；开发主体工作已于第11周启动、课后推进。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代码走读：《项目骨架(四类分工)》逐段拆解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Collector:      # A: 采集(Modbus/文件)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collect(self):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行3：class Cleaner:        # B: 清洗(三维验证)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行4：def clean(self, rows):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行5：class Analyzer:       # C: 分析(阈值+统计)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答辩预演：必答题分工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题目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主答人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系统架构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异常处理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组内每人至少主答1题(个人问责)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本课决策题：答辩预演：必答题分工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实施任务：工单Z《综合项目终验与预答辩》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分段验收: 采集→处理→报告模块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checklist自查互查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组内预答辩互问热身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可演示版本+checklist过半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终验全过+演示材料课前提交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第1步：说清自己做了什么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第2步：回答1基础题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第3步：反思一页纸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达标自检：能答基础问题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第1步：负责模块演示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第2步：答1个模块问题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第3步：过程记录提交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达标自检：讲清自己模块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第1步：8分钟演示彩排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第2步：必答题准备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第3步：分工说明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达标自检：答问准确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口头架构讲解限时2分钟脱稿——图在心中)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第1步：画架构图脱稿讲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第2步：bad-case演示准备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第3步：创新点陈述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达标自检：2分钟讲清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分段验收: 采集→处理→报告模块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checklist自查互查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组内预答辩互问热身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演示视频课前提交（≤3分钟），教师预看带问题入场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&gt;6组切换5+3分钟制，超时扣表达分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脏数据bad-case演示必准备（评委必点）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运行时出现「现场装依赖」，你的排查顺序是？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D·学徒（≥60）：参与汇报——跟做保底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C·操作员（≥70）：模块讲解——基础完成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B·组长（≥80）：答辩主力——标准达成+帮带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A·师傅（≥90）：脱稿架构讲解——进阶拓展+费曼讲解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步骤1：分段验收: 采集→处理→报告模块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步骤2：checklist自查互查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步骤3：组内预答辩互问热身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工单Z已发布，四层任务各自认领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微课知识卡：按checklist完成终验自查——应用：见工单starter与（5分钟视频+导学单）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checklist三清单：功能/规范/演示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答辩结构：1分工+5演示+2总结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bad-case预案：评委必点脏数据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现场装依赖 · 只讲不演示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本周主题：按checklist完成终验自查——应用：见工单starter与——5分钟视频+导学单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原因：没提前试跑；解决：答辩机预演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checklist三清单：功能/规范/演示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知识：checklist三清单：功能/规范/演；答辩结构：1分工+5演示+2总结；bad-case预案：评委必点脏数据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交付：工单Z《综合项目终验与预答辩》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按前缀写：feat:完成W12工单核心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