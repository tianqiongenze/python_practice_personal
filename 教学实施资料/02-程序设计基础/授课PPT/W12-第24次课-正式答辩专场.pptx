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开场30秒：本次课《正式答辩专场》，80分钟＝2课时×40分钟。课前已发工单+starter+微课知识卡，资讯·计划线上完成。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目录页：给学生'地图感'——翻到哪部分干什么，30秒。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分支详解一：基础两条线各点一个产线例子，说明'为什么先学这个'。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部分小结：三句话收束定位部分，转流程。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分层节奏：D层跟做保底、C层基础完成、B层标准达成、A层进阶拓展；每人按工单勾选自己的层，每4周动态升降。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产业数据卡：让学生看到'学的技能=产线的数字'，建立真实感。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部分小结：时间盒+分层节奏收束，转目标。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目标解读：点读1-2个关键动词（能编写/能诊断/能部署），说明这就是今天工单的验收口径。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快问快答：同桌互问30秒，举手表决；答案不公布，留到知识精讲验证。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情境说书（30秒，口头讲，不必逐字念）：答辩日。王主任、方总监和平台吴工都坐在台下。你要交付的，是把12周所学装进一个完整的《工业互联网数据处理系统》——第23次课终验预答辩，第24次课正式答辩。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随堂自测：先答后揭晓，答对记过程分——为目标达成做第一次探测。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部分小结：目标+剧情+自测收束，转知识精讲。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知识卡1：checklist三清单：功能/规范/演示——应用：见工单starter与教师参考实现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应用页1：把知识点放回产线场景——先看代码输出，再回看定义，强化'学以致用'。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知识卡2：答辩结构：1分工+5演示+2总结——应用：见工单starter与教师参考实现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应用页2：把知识点放回产线场景——先看代码输出，再回看定义，强化'学以致用'。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知识卡3：bad-case预案：评委必点脏数据——应用：见工单starter与教师参考实现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应用页3：把知识点放回产线场景——先看代码输出，再回看定义，强化'学以致用'。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知识卡4：贡献表与Git交叉核对——应用：见工单starter与教师参考实现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应用页4：把知识点放回产线场景——先看代码输出，再回看定义，强化'学以致用'。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知识卡5：每人必答1题(个人问责)——应用：见工单starter与教师参考实现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应用页5：把知识点放回产线场景——先看代码输出，再回看定义，强化'学以致用'。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知识卡6：&gt;6组切换5+3分钟制——应用：见工单starter与教师参考实现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应用页6：把知识点放回产线场景——先看代码输出，再回看定义，强化'学以致用'。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快查核对：遮住左栏让学生说右栏含义；全对的小组加过程分。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深化讲解：面向A/B层的进阶理解，C/D层听懂结论即可。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深化展开：每条要点配一个'为什么'，A层准备2分钟费曼讲解。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技能展开：逐条读技能，指读工单对应步骤——把'学'和'考'对齐。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现场演示《项目骨架(四类分工)》：三步走——先整段跑通看结果，再逐行讲关键语句，最后现场改一个参数看输出变化（演10分钟的核心素材）。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代码走读：一页拆一段——学生跟着读，不是抄。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强调柱状图最右两根：实施二25分钟是冲优秀的时间，评价10分钟不压缩——当堂评分、24小时内反馈。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架构分层讲解：自下而上过一遍数据流向，答辩时按此图讲'系统架构'。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工单发布话术：'精密制造事业部发来工单Z《综合项目答辩专场》，及格线是功，优秀线看A层标准'——念完发starter。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错误速查：现场演示第一条——制造「现场装依赖」，带着学生按'现象→原因→解决'三步排查。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先让学生说排查顺序再给提示：训练'看报错信息'的条件反射。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核对清单：把工单步骤变成checklist，做完勾选——防漏做。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部分小结：实施收束，转检查评价。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项目6 点滴过往，趣味报告 | 预习知识点：综合项目：数据采集→处理→可视化(matplotlib基础) | 课中检查知识点：能串联12周知识完成综合项目并答辩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部分小结：评价收束。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学习策略：四个方法贯穿全学期——第一周讲透，以后每周复用。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进阶路线：把一门课放进三年坐标系——学完这周能走到哪。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达标预期：四层的预期比例——D层100%保底是底线承诺。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预习清单：三项任务5-15分钟——闭环从课前开始。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口袋书：三条概念卡——期末汇总成全册，学生自查工具。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好差对比：两份同功能输出对比——规范分不是白给的。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场景应对：四种状态四种动作——课堂自主运转的说明书。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微课资源：四个自学入口——补弱看微课，拓强看多解法。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答辩预演：每周2分钟练一环——期末不慌。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实录清单：过程性考核的取证清单——学生自查，教师抽查。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Git工具箱：投屏演示一遍四步——学生跟着做一次就记住了。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conda工具箱：三个命令一页——换课/换机先跑这三条。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PyCharm工具箱：五个键每天用——现场带练一遍。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Python编程基础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正式答辩专场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第十二周 · 第24次课（2课时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CE（编码）+ Jupyter（Pandas数据实验）+ Git/GitHub（每周提交）</a:t>
            </a:r>
          </a:p>
        </p:txBody>
      </p:sp>
      <p:pic>
        <p:nvPicPr>
          <p:cNvPr id="7" name="Picture 6" descr="W12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104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本课目录（结构速览）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①课程定位：定位/知识地图/课证赛岗——为什么学这门课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②课堂流程：80分钟时间盒/分层节奏——今天怎么安排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③目标与情境：三维目标/剧情拆解/随堂自测——学什么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④知识精讲：知识卡×应用×深化×代码走读——怎么教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⑤任务实施：工单/四层任务/避坑/核对清单——怎么做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⑥检查评价+⑦拓展：质检/评分/工具箱/一图流——怎么收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104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104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课程定位：Python编程基础（课程标准摘录）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专业核心基础课：面向零基础新生的编程第一课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工业数据采集技术员、边缘计算运维、平台运维员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Python开发（工信部）、AI应用实践、企业应用实施工程师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前：计算机文化基础 → 本课(第1-12周) → 后：AI应用基础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104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正式答辩专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checklist三清单：功能/规范/演示——应用：见工单starter与教师参考实现 · 答辩结构：1分工+5演示+2总结——应用：见工单starter与教师参考实现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bad-case预案：评委必点脏数据——应用：见工单starter与教师参考实现 · 贡献表与Git交叉核对——应用：见工单starter与教师参考实现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按checklist完成终验自查——应用：见工单starter与教师参考实现 · 组内预答辩互问热身——应用：见工单starter与教师参考实现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104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知识地图分支详解（一）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基础知识线：checklist三清单：功能/规范/演示——应用：见工单starter与教师参考实现；答辩结构：1分工+5演示+2总结——应用：见工单starter与教师参考实现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3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继续夯实线：bad-case预案：评委必点脏数据——应用：见工单starter与教师参考实现；贡献表与Git交叉核对——应用：见工单starter与教师参考实现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4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两条线的关系：先打地基（概念/类型），再上楼层（组合应用）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学法提示：每条知识都配'车间例子'，先例后理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104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技能线：按checklist完成终验自查——应用：见工单starter与教师参考实现；组内预答辩互问热身——应用：见工单starter与教师参考实现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104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精密制造事业部：工业数据采集技术员、边缘计算运维员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Z《综合项目答辩专场》——本课工单即考核单元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Python开发职业技能等级证书（工信部）——本课对应初级操作题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104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本课在课程体系：专业核心基础课：面向零基础新生的编程第一课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知识地图五分支：基础→夯实→技能→分层→评价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岗课赛证四维坐标已明确，带着目标进课堂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104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104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104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104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两江智造产线运营指标（虚拟产线月度数据）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946000" y="4175000"/>
            <a:ext cx="1400000" cy="1225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6000" y="3615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设备接入数（台/月）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046000" y="2600000"/>
            <a:ext cx="1400000" cy="28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96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告警响应达标率(%)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46000" y="2833334"/>
            <a:ext cx="1400000" cy="2566666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6000" y="22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台账电子化率(%)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数据来自虚拟产线五件套——你写的代码就在处理这些数据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104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课堂流程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六步法：决策10→实施30→检查5→实施25→评价10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分层节奏：D/C/B/A各就各位，每4周动态升降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评价环节10分钟不压缩——当堂评分、24小时反馈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104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104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综合运用OOP、容器、文件、第三方库、网络编程知识构建完整系统；理解工业数据处理全流程。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能够独立完成系统设计、开发、调试与展示答辩；代码规范率≥90%（优秀≥95%）；能够清晰表达设计思路并回答技术问题。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体验完整项目交付流程，培养团队协作、时间管理与成果表达的综合职业素养。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104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目标：综合运用OOP、容器、文件、第三方库、网络编程知识构建完整系统；理解工业数据处理全流程。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104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目标：能够独立完成系统设计、开发、调试与展示答辩；代码规范率≥90%（优秀≥95%）；能够清晰表达设计思路并回答技术问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104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目标：体验完整项目交付流程，培养团队协作、时间管理与成果表达的综合职业素养。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104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答辩被问‘脏数据会怎样’你怎么演示？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预习微课已观看；跟打练习截图已交；PyCharm CE环境正常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104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题目：答辩被问‘脏数据会怎样’你怎么演示？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104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1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答辩被问‘脏数据会怎样’你怎么演示？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每人至少答1题（个人问责，贡献表核对）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104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答辩日。王主任、方总监和平台吴工都坐在台下。你要交付的，是把12周所学装进一个完整的《工业互联网数据处理系统》——第23次课终验预答辩，第24次课正式答辩。</a:t>
            </a:r>
          </a:p>
        </p:txBody>
      </p:sp>
      <p:pic>
        <p:nvPicPr>
          <p:cNvPr id="9" name="Picture 8" descr="W12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104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任务背景：答辩日。王主任、方总监和平台吴工都坐在台下。你要交付的，是把12周所学装进一个完整的《工业互联网数据处理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104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综合运用OOP、容器、文件、第三方库、网络编程知识构建完整系统；理解工业数据处理全流程。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能够独立完成系统设计、开发、调试与展示答辩；代码规范率≥90%（优秀≥95%）；能够清晰表达设计思路并回答技术问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体验完整项目交付流程，培养团队协作、时间管理与成果表达的综合职业素养。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对应工单Z评分：功能40%+技术25%+规范20%+素养15%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104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3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答辩被问‘脏数据会怎样’你怎么演示？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104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4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排错题：出现「现场装依赖」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原因：没提前试跑；解决：答辩机预演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104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5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checklist三清单：功能/规范/演示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104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目标与资讯·情境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三维目标已明确，达标口径=工单评分表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剧情任务：答辩日。王主任、方总监和平台吴工都坐在台下。你要交付的，是把12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64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54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随堂自测完成第一次探测，带着问题进精讲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104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104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checklist三清单：功能/规范/演示——应用：见工单starter与教师参考实现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104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知识应用（1）：checklist三清单：功能/规范/演示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checklist三清单：功能/规范/演示。在两江智造产线上的用法：见工单starter与教师参考实现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104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答辩结构：1分工+5演示+2总结——应用：见工单starter与教师参考实现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104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知识应用（2）：答辩结构：1分工+5演示+2总结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答辩结构：1分工+5演示+2总结。在两江智造产线上的用法：见工单starter与教师参考实现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104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bad-case预案：评委必点脏数据——应用：见工单starter与教师参考实现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104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知识应用（3）：bad-case预案：评委必点脏数据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bad-case预案：评委必点脏数据。在两江智造产线上的用法：见工单starter与教师参考实现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104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贡献表与Git交叉核对——应用：见工单starter与教师参考实现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104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知识应用（4）：贡献表与Git交叉核对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贡献表与Git交叉核对。在两江智造产线上的用法：见工单starter与教师参考实现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104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每人必答1题(个人问责)——应用：见工单starter与教师参考实现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104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知识应用（5）：每人必答1题(个人问责)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每人必答1题(个人问责)。在两江智造产线上的用法：见工单starter与教师参考实现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104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&gt;6组切换5+3分钟制——应用：见工单starter与教师参考实现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104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知识应用（6）：&gt;6组切换5+3分钟制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&gt;6组切换5+3分钟制。在两江智造产线上的用法：见工单starter与教师参考实现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104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checklist三清单：功能/规范/演示——应用：见工单starter与教师参考实现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答辩结构：1分工+5演示+2总结——应用：见工单starter与教师参考实现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bad-case预案：评委必点脏数据——应用：见工单starter与教师参考实现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贡献表与Git交叉核对——应用：见工单starter与教师参考实现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每人必答1题(个人问责)——应用：见工单starter与教师参考实现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72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104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知识详解（讲）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0" y="20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知识点1  答辩结构：讲什么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26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1分钟背景与分工→5分钟演示（主流程+一个亮点+一个bad-case）→2分钟总结与不足。时间就是纪律。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42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42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0000" y="43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知识点2  答问策略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0" y="49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听全问题再答；不会的诚实说“这部分是XX负责，我了解的是…”——忌不懂装懂。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104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深化理解：逐条讲透（A层费曼素材）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要点1：('答辩结构：讲什么', '1分钟背景与分工→5分钟演示（主流程+一个亮点+一个bad-case）→2分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要点2：('答问策略', '听全问题再答；不会的诚实说“这部分是XX负责，我了解的是…”——忌不懂装懂。')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学法：A层用自己的话讲给D层听——讲得清才是真懂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104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按checklist完成终验自查——应用：见工单starter与教师参考实现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组内预答辩互问热身——应用：见工单starter与教师参考实现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限时演示与规范表达——应用：见工单starter与教师参考实现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提交物齐套打包——应用：见工单starter与教师参考实现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104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 → 工单步骤 → 得分点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技能1：按checklist完成终验自查——应用：见工单starter与教师参考实现 → 对应工单步骤1，占功能分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技能2：组内预答辩互问热身——应用：见工单starter与教师参考实现 → 对应工单步骤2，占功能分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技能3：限时演示与规范表达——应用：见工单starter与教师参考实现 → 对应工单步骤3，占功能分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9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8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技能4：提交物齐套打包——应用：见工单starter与教师参考实现 → 对应工单步骤4，占功能分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9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8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提示：技能点全部来自工单评分点——练技能=挣分数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104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正式答辩专场（1）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项目演示：现场运行系统、展示输出报告；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项目答辩：架构讲解、技术问答、创新点陈述；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答辩节奏：≤6组按“8分钟演示+5分钟问答”；♡6组切换“5分钟演示+3分钟问答”，且演示视频（≤3分钟）于课前1天预收、教师预看并带问题入场；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多元评价：教师评价+组间互评+企业导师点评；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1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0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课程总结与后续课程（《AI应用基础》进阶）衔接说明。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104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关键代码：项目骨架(四类分工)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class Collector:      # A: 采集(Modbus/文件)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def collect(self): ...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class Cleaner:        # B: 清洗(三维验证)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def clean(self, rows): ...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class Analyzer:       # C: 分析(阈值+统计)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def analyze(self, rows): ...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class Reporter:       # D: 文档(PDF报告)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def build(self, stats): ...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104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代码走读：《项目骨架(四类分工)》逐段拆解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行1：class Collector:      # A: 采集(Modbus/文件)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行2：def collect(self): ...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行3：class Cleaner:        # B: 清洗(三维验证)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行4：def clean(self, rows): ...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行5：class Analyzer:       # C: 分析(阈值+统计)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63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62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104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六步法课堂化（资讯计划课前完成）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时间单位: 分钟（除标注外）｜合计80分钟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104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466667"/>
            <a:ext cx="1400000" cy="933333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933334"/>
            <a:ext cx="1400000" cy="46666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3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066667"/>
            <a:ext cx="1400000" cy="2333333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5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466667"/>
            <a:ext cx="1400000" cy="933333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评价环节不压缩：10分钟当堂评分+24小时反馈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104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综合系统架构（分层）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2200000" cy="8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04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展示层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000" y="186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10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40000" y="192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仪表盘</a:t>
            </a:r>
          </a:p>
        </p:txBody>
      </p:sp>
      <p:sp>
        <p:nvSpPr>
          <p:cNvPr id="9" name="Rectangle 8"/>
          <p:cNvSpPr/>
          <p:nvPr/>
        </p:nvSpPr>
        <p:spPr>
          <a:xfrm>
            <a:off x="8400000" y="186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10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40000" y="192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PDF报告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2760000"/>
            <a:ext cx="220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300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分析层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000" y="282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0000" y="288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阈值检测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00000" y="282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40000" y="288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统计聚合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3720000"/>
            <a:ext cx="2200000" cy="8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396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数据层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000" y="378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40000" y="384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清洗管道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00000" y="378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40000" y="384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SQLite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0000" y="4680000"/>
            <a:ext cx="2200000" cy="88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000" y="492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采集层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000" y="474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40000" y="480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Modbus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00000" y="474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0000" y="480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文件/模拟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000" y="1800000"/>
            <a:ext cx="20000" cy="374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104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104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正式答辩流程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环节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时长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演示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8min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现场运行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问答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必答+抽答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000" y="406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按D/C/B/A四级现场评分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104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本课决策题：正式答辩流程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104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实施任务：工单Z《综合项目答辩专场》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正式答辩(8+5分钟)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组间互评+个人反思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提交代码/报告/PPT/视频/贡献表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功能基本完整+能演示主流程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规范率≥95%+架构清晰+创新点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104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参与汇报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说清自己做了什么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回答1基础题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反思一页纸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能答基础问题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104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D层·学徒：步骤怎么走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第1步：说清自己做了什么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第2步：回答1基础题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第3步：反思一页纸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达标自检：能答基础问题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104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模块讲解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负责模块演示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答1个模块问题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过程记录提交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讲清自己模块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104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C层·操作员：步骤怎么走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第1步：负责模块演示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第2步：答1个模块问题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第3步：过程记录提交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达标自检：讲清自己模块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104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答辩主力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8分钟演示彩排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必答题准备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分工说明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答问准确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104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B层·组长：步骤怎么走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第1步：8分钟演示彩排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第2步：必答题准备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第3步：分工说明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达标自检：答问准确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104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脱稿架构讲解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画架构图脱稿讲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bad-case演示准备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创新点陈述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2分钟讲清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优秀项目现场报名技能竞赛通道，对接《AI应用基础》进阶)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104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A层·师傅：步骤怎么走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第1步：画架构图脱稿讲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第2步：bad-case演示准备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第3步：创新点陈述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达标自检：2分钟讲清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104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正式答辩(8+5分钟)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组间互评+个人反思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提交代码/报告/PPT/视频/贡献表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每人至少答1题（个人问责，贡献表核对）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提交物齐全：代码/报告/PPT/视频/贡献表zip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一页纸课程反思当堂交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104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现场装依赖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没提前试跑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答辩机预演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只讲不演示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空谈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必须现场运行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超时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没掐表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按5+3彩排两遍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104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运行时出现「现场装依赖」，你的排查顺序是？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原因是没提前试跑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104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D·学徒（≥60）：参与汇报——跟做保底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C·操作员（≥70）：模块讲解——基础完成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B·组长（≥80）：答辩主力——标准达成+帮带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A·师傅（≥90）：脱稿架构讲解——进阶拓展+费曼讲解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104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步骤1：正式答辩(8+5分钟)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步骤2：组间互评+个人反思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步骤3：提交代码/报告/PPT/视频/贡献表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104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conda环境正确（提示符显示(py02）再运行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72 / 104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任务实施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工单Z已发布，四层任务各自认领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避坑清单+错误速查在手，卡壳先自查再举手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操作核对清单做完勾选，提交前90秒最后一查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73 / 104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74 / 104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75 / 104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提交物与评分（工单Z）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学号_姓名_Z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76 / 104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提交综合项目完整材料：代码、报告、演示视频；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完成课程学习反思（一页纸总结）；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了解后续《AI应用基础》课程衔接内容。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77 / 104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工匠精神：规范命名、及时保存、报错必究的编码习惯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工程伦理：数据安全与隐私保护, 不抄代码、引用注明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协作素养：ABCD角色轮换履职, 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78 / 104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课堂实况与运行截图（教师课后替换）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79 / 104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80 / 104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pip装包很慢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配清华镜像：pip config set global.index-url https://pypi.tuna.tsinghua.edu.cn/simple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Jupyter启动不了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先conda activate py02再jupyter notebook；看报错第一行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代码能跑但不规范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对照PEP 8卡：snake_case命名+4空格缩进+f-string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81 / 104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Z任务书——步骤/及格线/评分细则都在里面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82 / 104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评分四级量表+四权重已明确，24小时内平台反馈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83 / 104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84 / 104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车间设备台账还靠Excel手抄，格式天天错、查找靠肉眼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Python变量+f-string+文件读写，30行代码生成规范台账卡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Z的技能点即其最小实现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下一步：把台账接到数据库（03课P5）/自动采集（02课W11）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85 / 104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86 / 104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每个报错记入错误速查表——期末它是你的复习宝典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小步提交（每完成一步就commit）——回退不求人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87 / 104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本周：工单核心技能→下周：组合应用→期末：综合项目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横向：本课技能在03课P项目链中的位置（工程化/全栈）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纵向：证书线——初级操作题→中级工程题（1+X/工信部）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岗位线：跟做学徒→独立操作→带组师傅→产线负责人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88 / 104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89 / 104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微课知识卡：按checklist完成终验自查——应用：见工单starter与（5分钟视频+导学单）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Git推送本周工单：还没提交的课后补上（周达标率依据）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90 / 104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checklist三清单：功能/规范/演示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答辩结构：1分工+5演示+2总结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bad-case预案：评委必点脏数据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91 / 104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表头对齐·单位齐全·小数位统一·命名规范（snake_case）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数字裸奔无单位·列不对齐·temp1/temp2乱命名·中文引号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同样的功能——规范20%+素养15%两项就能差出35分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车间台账要给人看——读不懂的输出=没交付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92 / 104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正式答辩专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checklist三清单：功能/规范/演示——应用：见工单starter与教师参考实现 · 答辩结构：1分工+5演示+2总结——应用：见工单starter与教师参考实现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按checklist完成终验自查——应用：见工单starter与教师参考实现 · 组内预答辩互问热身——应用：见工单starter与教师参考实现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现场装依赖 · 只讲不演示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工单Z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93 / 104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常见场景应对（卡住了怎么办）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场景①代码报错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读报错最后一行→查错误速查表→还没解决举手（附截图）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场景②不知道做啥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回看操作核对清单□——第一个没勾的就是下一步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场景③做完了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90秒最后一查→Git提交→帮同组D/C层（B层职责）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场景④提前全完成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A层拓展任务→费曼准备→预习下次课微课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94 / 104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微课与自学资源（课后补弱/拓强）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微课知识卡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本周主题：按checklist完成终验自查——应用：见工单starter与——5分钟视频+导学单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数字人版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同内容数字人讲解——喜欢听的换着看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Jupyter师生版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教师版有完整答案——先看懂再独立做学生版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多解法手册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教师参考/多解法手册——同一任务三种深度解法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95 / 104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答辩预演（期末综合项目的彩排）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①30秒讲需求：这个工单解决什么问题、给谁用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②60秒讲方案：数据从哪来→怎么处理→输出什么（三段式）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③60秒讲亮点：我踩过的坑+怎么爬出来的（错误速查表就是素材）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④答辩礼仪：指着屏幕讲，不念稿；被问住就说'这个我课后验证'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从本周开始练——期末答辩=12周彩排的总和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96 / 104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课堂实录清单（过程性考核证据）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运行截图：代码+输出同框（截全不截半）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工单过程栏：步骤勾选+决策理由+自查记录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Git提交：本次课至少1条commit（message规范）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同伴签字：互查通过后签名（讲得清才算会）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四项齐全=过程分满分；缺一项课后24小时内补齐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97 / 104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98 / 104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答辩被问‘脏数据会怎样’你怎么演示？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排错题：出现「现场装依赖」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原因：没提前试跑；解决：答辩机预演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checklist三清单：功能/规范/演示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99 / 104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知识：checklist三清单：功能/规范/演；答辩结构：1分工+5演示+2总结；bad-case预案：评委必点脏数据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技能：按checklist完成终验自查——应用：见工单starter与教师参考实现；组内预答辩互问热身——应用：见工单starter与教师参考实现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交付：工单Z《综合项目答辩专场》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100 / 104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工具箱①：Git提交四步（每周必做）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第1步·暂存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PyCharm按 Ctrl+K → 勾选改动文件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第2步·提交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Commit Message 按前缀写：feat:完成W12工单核心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第3步·推送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Ctrl+Shift+K 推送到 GitHub/Gitee——云端可查才算交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第4步·验证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网页刷新看到新提交=成功；每周≥1次，工程素养分依据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101 / 104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工具箱②：conda环境三命令（换课先切环境）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激活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conda activate py02——提示符变(py02)才对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装包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激活后再 pip install——装错环境=白装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核对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 -c "import sys; print(sys.executable)" 路径含envs才对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102 / 104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工具箱③：PyCharm效率五键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运行当前文件（^R macOS）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调试——断点停在红点行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Ctrl+Alt+L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格式化代码（⌘⌥L）——交作业前必按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注释/取消注释——调试好帮手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Ctrl+`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开关注册终端——跑服务/装包都在这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103 / 104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