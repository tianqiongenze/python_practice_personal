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开场30秒：本次课《把重复劳动交给函数》，80分钟＝2课时×40分钟。课前已发工单+starter+微课知识卡，资讯·计划线上完成。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情境说书（30秒，口头讲，不必逐字念）：告警逻辑单机版通过，但王主任要的是'一块屏看全部'。李姐提醒：十台设备×全天循环，靠复制粘贴要写到明年——工单0.2b：用循环和函数，让告警系统自动转起来。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知识卡1：for+range遍历；while满足条件循环——应用：见工单starter与教师参考实现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知识卡2：break跳出一层/continue跳过本轮——应用：见工单starter与教师参考实现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知识卡3：循环三要素：初始化/条件/更新——应用：for i in range(10):读设备[i]——初始化i/条件i&lt;10/更新i+=1三件缺一不可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知识卡4：random.uniform(a,b)随机浮点；seed固定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知识卡5：函数：def+参数+return；作用域隔离——应用：见工单starter与教师参考实现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知识卡6：列表存设备序列、字典存键值属性——应用：devs=['PUMP-03','FAN-02']; devs.append('MOTOR-01')——动态扩容无需预声明大小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现场演示《双层循环+统计》：三步走——先整段跑通看结果，再逐行讲关键语句，最后现场改一个参数看输出变化（演10分钟的核心素材）。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工单发布话术：'精密制造事业部发来工单0.2b《工业实时告警系统Ⅱ》，及格线是循，优秀线看A层标准'——念完发starter。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错误速查：现场演示第一条——制造「死循环」，带着学生按'现象→原因→解决'三步排查。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项目2 驰骋操场，挥写青春 | 预习知识点：if-elif-else条件结构；逻辑运算符and/or/not | 课中检查知识点：能写温度告警三级阈值判断；能画出条件分支流程图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把重复劳动交给函数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第三周 · 第6次课（2课时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把重复劳动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交给函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 · break跳出一层/continue跳过本轮——应用：见工单starter与教师参考实现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循环三要素：初始化/条件/更新——应用：for i in range(10):读设备[i]——初始化i/条件i&lt;10/更新i+=1三件缺一不可 · random.uniform(a,b)随机浮点；seed固定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 · 封装check_device/alarm两函数——应用：见工单starter与教师参考实现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基础知识线：for+range遍历；while满足条件循环——应用：见工单starter与教师参考实现；break跳出一层/continue跳过本轮——应用：见工单starter与教师参考实现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继续夯实线：循环三要素：初始化/条件/更新——应用：for i in range(10):读设备[i]——初始化i/条件i&lt;10/更新i+=1三件缺一不可；random.uniform(a,b)随机浮点；seed固定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技能线：双层循环模拟多设备多周期——应用：见工单starter与教师参考实现；封装check_device/alarm两函数——应用：见工单starter与教师参考实现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0.2b《工业实时告警系统Ⅱ》——本课工单即考核单元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四步法：讲10→演10→模仿10→练习10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掌握for/while循环的结构与适用场景；掌握函数定义、参数传递与返回值；理解变量作用域规则。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能够编写150-300行的循环监测程序；能够设计多个告警函数并进行循环告警测试；代码规范率≥75%。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体会“复用与抽象”的工程价值，培养用函数组织代码的模块化思维。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目标：掌握for/while循环的结构与适用场景；掌握函数定义、参数传递与返回值；理解变量作用域规则。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目标：能够编写150-300行的循环监测程序；能够设计多个告警函数并进行循环告警测试；代码规范率≥75%。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目标：体会“复用与抽象”的工程价值，培养用函数组织代码的模块化思维。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函数参数传入-返回值的数据流怎么走？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题目：函数参数传入-返回值的数据流怎么走？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函数参数传入-返回值的数据流怎么走？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统计字典要先初始化键，否则KeyError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告警逻辑单机版通过，但王主任要的是'一块屏看全部'。李姐提醒：十台设备×全天循环，靠复制粘贴要写到明年——工单0.2b：用循环和函数，让告警系统自动转起来。</a:t>
            </a:r>
          </a:p>
        </p:txBody>
      </p:sp>
      <p:pic>
        <p:nvPicPr>
          <p:cNvPr id="9" name="Picture 8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任务背景：告警逻辑单机版通过，但王主任要的是'一块屏看全部'。李姐提醒：十台设备×全天循环，靠复制粘贴要写到明年—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掌握for/while循环的结构与适用场景；掌握函数定义、参数传递与返回值；理解变量作用域规则。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能够编写150-300行的循环监测程序；能够设计多个告警函数并进行循环告警测试；代码规范率≥75%。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体会“复用与抽象”的工程价值，培养用函数组织代码的模块化思维。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对应工单0.2b评分：功能40%+技术25%+规范20%+素养15%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函数参数传入-返回值的数据流怎么走？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排错题：出现「死循环」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原因：while条件永真；解决：补更新语句+Ctrl+C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for+range遍历；while满足条件循环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剧情任务：告警逻辑单机版通过，但王主任要的是'一块屏看全部'。李姐提醒：十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知识应用（1）：for+range遍历；while满足条件循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for+range遍历；while满足条件循环。在两江智造产线上的用法：见工单starter与教师参考实现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break跳出一层/continue跳过本轮——应用：见工单starter与教师参考实现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知识应用（2）：break跳出一层/continue跳过本轮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break跳出一层/continue跳过本轮。在两江智造产线上的用法：见工单starter与教师参考实现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循环三要素：初始化/条件/更新——应用：for i in range(10):读设备[i]——初始化i/条件i&lt;10/更新i+=1三件缺一不可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知识应用（3）：循环三要素：初始化/条件/更新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循环三要素：初始化/条件/更新。在两江智造产线上的用法：for i in range(10):读设备[i]——初始化i/条件i&lt;10/更新i+=1三件缺一不可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i in range(10):读设备[i]——初始化i/条件i&lt;10/更新i+=1三件缺一不可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random.uniform(a,b)随机浮点；seed固定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函数：def+参数+return；作用域隔离——应用：见工单starter与教师参考实现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知识应用（5）：函数：def+参数+return；作用域隔离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函数：def+参数+return；作用域隔离。在两江智造产线上的用法：见工单starter与教师参考实现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列表存设备序列、字典存键值属性——应用：devs=['PUMP-03','FAN-02']; devs.append('MOTOR-01')——动态扩容无需预声明大小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知识应用（6）：列表存设备序列、字典存键值属性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列表存设备序列、字典存键值属性。在两江智造产线上的用法：devs=['PUMP-03','FAN-02']; devs.append('MOTOR-01')——动态扩容无需预声明大小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devs=['PUMP-03','FAN-02']; devs.append('MOTOR-01')——动态扩容无需预声明大小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break跳出一层/continue跳过本轮——应用：见工单starter与教师参考实现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循环三要素：初始化/条件/更新——应用：for i in range(10):读设备[i]——初始化i/条件i&lt;10/更新i+=1三件缺一不可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random.uniform(a,b)随机浮点；seed固定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函数：def+参数+return；作用域隔离——应用：见工单starter与教师参考实现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函数职责单一原则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check_device只判级返回数字，alarm只负责输出——每个函数一句话能说清职责，超过15行就该拆。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统计思维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stats={id:{2:0,3:0}}累计各级别次数，循环结束打印汇总报告——“原始数据→统计结论”是数据分析的起点。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要点1：('函数职责单一原则', 'check_device只判级返回数字，alarm只负责输出——每个函数一句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要点2：('统计思维', 'stats={id:{2:0,3:0}}累计各级别次数，循环结束打印汇总报告——“原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封装check_device/alarm两函数——应用：见工单starter与教师参考实现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统计各设备各级告警次数——应用：见工单starter与教师参考实现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固定seed保证结果可复现——应用：见工单starter与教师参考实现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技能1：双层循环模拟多设备多周期——应用：见工单starter与教师参考实现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技能2：封装check_device/alarm两函数——应用：见工单starter与教师参考实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技能3：统计各设备各级告警次数——应用：见工单starter与教师参考实现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技能4：固定seed保证结果可复现——应用：见工单starter与教师参考实现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把重复劳动交给函数（1）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函数的定义、参数（位置/默认/关键字）与返回值；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变量作用域：局部变量与全局变量；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工单项目0.2（下）实操：循环+函数实现完整的工业实时告警系统（模拟多设备多周期监测）；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代码规范强化：函数命名、文档字符串初步（目标规范率75%）。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关键代码：双层循环+统计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stats = {d["id"]: {2:0, 3:0} for d in devices}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d in devices: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for _ in range(10):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t = d["base"] + random.uniform(-8, 15)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lv = check_device(d, 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lv: stats[d["id"]][lv] += 1; alarm(d, lv, 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代码走读：《双层循环+统计》逐段拆解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行1：stats = {d["id"]: {2:0, 3:0} for d in devices}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行2：for d in devices: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行3：for _ in range(10):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行4：t = d["base"] + random.uniform(-8, 15)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行5：lv = check_device(d, 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0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9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实施任务：工单0.2b《工业实时告警系统Ⅱ》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汇总各设备告警次数并输出报告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random.seed(42)保证复现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重构上周代码为函数版(对比收益)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循环跑通+2函数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重构对比说明清楚；规范率≥85%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跟做循环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range(10)改5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看输出减半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能改周期数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第1步：运行示例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第2步：range(10)改5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第3步：看输出减半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达标自检：能改周期数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单循环跑通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一设备10周期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调用check函数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打印每轮状态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能出10轮结果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第1步：一设备10周期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第2步：调用check函数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第3步：打印每轮状态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达标自检：能出10轮结果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循环+统计完整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3设备×10周期循环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两函数封装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告警统计报告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报告正确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第1步：3设备×10周期循环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第2步：两函数封装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第3步：告警统计报告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达标自检：报告正确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防抖动+while版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连续3次≥95才停机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while版持续监测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重构对比说明收益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统计准确+无死循环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重构上周代码为函数版，对比“重构前后行数/可读性”并写50字收益说明)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第1步：连续3次≥95才停机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第2步：while版持续监测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第3步：重构对比说明收益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达标自检：统计准确+无死循环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汇总各设备告警次数并输出报告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random.seed(42)保证复现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重构上周代码为函数版(对比收益)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统计字典要先初始化键，否则KeyError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函数间传数据用参数/返回值，别用全局变量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打印报告用制表符\t对齐更整齐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死循环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while条件永真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补更新语句+Ctrl+C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KeyError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统计键未初始化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先建{2:0,3:0}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函数内改不了外面变量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作用域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用return传值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运行时出现「死循环」，你的排查顺序是？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原因是while条件永真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D·学徒（≥60）：跟做循环——跟做保底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C·操作员（≥70）：单循环跑通——基础完成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B·组长（≥80）：循环+统计完整——标准达成+帮带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A·师傅（≥90）：防抖动+while版——进阶拓展+费曼讲解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步骤1：汇总各设备告警次数并输出报告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步骤2：random.seed(42)保证复现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步骤3：重构上周代码为函数版(对比收益)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工单0.2b已发布，四层任务各自认领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提交物与评分（工单0.2b）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学号_姓名_0.2b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完成工单项目0.2（下）完整版《工业实时告警系统》：优秀标准实现多条件嵌套、≥2个告警函数、循环告警测试、规范率≥85%；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重构上周代码：将重复判断改写为函数；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预习类与对象的概念。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0.2b任务书——步骤/及格线/评分细则都在里面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0.2b的技能点即其最小实现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微课知识卡：双层循环模拟多设备多周期——应用：见工单starter与教师参考（5分钟视频+导学单）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for+range遍历；while满足条件循环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break跳出一层/continue跳过本轮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循环三要素：初始化/条件/更新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把重复劳动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交给函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 · break跳出一层/continue跳过本轮——应用：见工单starter与教师参考实现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 · 封装check_device/alarm两函数——应用：见工单starter与教师参考实现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死循环 · KeyError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工单0.2b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本周主题：双层循环模拟多设备多周期——应用：见工单starter与教师参考——5分钟视频+导学单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函数参数传入-返回值的数据流怎么走？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排错题：出现「死循环」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原因：while条件永真；解决：补更新语句+Ctrl+C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for+range遍历；while满足条件循环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知识：for+range遍历；while满足条；break跳出一层/continue跳过；循环三要素：初始化/条件/更新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技能：双层循环模拟多设备多周期——应用：见工单starter与教师参考实现；封装check_device/alarm两函数——应用：见工单starter与教师参考实现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交付：工单0.2b《工业实时告警系统Ⅱ》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按前缀写：feat:完成W3工单核心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设计Device类(属性+方法)——应用：见工单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__init__什么时候执行？self指谁？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