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开场30秒：本次课《一键生成质量日报》，80分钟＝2课时×40分钟。课前已发工单+starter+微课知识卡，资讯·计划线上完成。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知识卡1：Pillow：open/copy/resize/draw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知识卡2：rectangle画框[x1,y1,x2,y2]——应用：见工单starter与教师参考实现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知识卡3：reportlab三件：Paragraph/Image/Table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知识卡4：中文字体注册TTFont后setFont——应用：见工单starter与教师参考实现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知识卡5：四段式日报：概览/分析/异常/附表——应用：见工单starter与教师参考实现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知识卡6：信息层级：结论先行——应用：见工单starter与教师参考实现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一键生成质量日报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一键生成质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量日报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基础知识线：Pillow：open/copy/resize/draw；rectangle画框[x1,y1,x2,y2]——应用：见工单starter与教师参考实现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继续夯实线：reportlab三件：Paragraph/Image/Table；中文字体注册TTFont后setFont——应用：见工单starter与教师参考实现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1.4《工业图像处理与报告生成》——本课工单即考核单元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目标：能够对故障图像进行缺陷标注；能够生成图文并茂的PDF质量报告；代码规范率≥85%。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目标：培养“交付物意识”——程序输出要面向使用者（报告即产品），提升职业化表达素养。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题目：报告的读者是谁？他要先看什么？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Image尺寸用width=120*mm等比例，防拉伸变形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任务背景：集团质量月检查，要求图文并茂的日报。现在质检照片和统计表还是两个世界——工单1.4：Pillow标注缺陷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报告的读者是谁？他要先看什么？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原因：字体未注册；解决：registerFont+setFont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剧情任务：集团质量月检查，要求图文并茂的日报。现在质检照片和统计表还是两个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知识应用（2）：rectangle画框[x1,y1,x2,y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rectangle画框[x1,y1,x2,y2]。在两江智造产线上的用法：见工单starter与教师参考实现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知识应用（4）：中文字体注册TTFont后setFont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中文字体注册TTFont后setFont。在两江智造产线上的用法：见工单starter与教师参考实现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知识应用（5）：四段式日报：概览/分析/异常/附表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四段式日报：概览/分析/异常/附表。在两江智造产线上的用法：见工单starter与教师参考实现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信息层级：结论先行——应用：见工单starter与教师参考实现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知识应用（6）：信息层级：结论先行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信息层级：结论先行。在两江智造产线上的用法：见工单starter与教师参考实现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信息层级设计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概览页：结论先行（缺陷数/判定）；明细页：图表+数据。读者是班组长——他先看“合格吗”再看细节。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表格样式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TableStyle的GRID画线、BACKGROUND表头底色、ALIGN对齐——三行代码让表格专业十倍。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要点1：('信息层级设计', '概览页：结论先行（缺陷数/判定）；明细页：图表+数据。读者是班组长——他先看“合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要点2：('表格样式', 'TableStyle的GRID画线、BACKGROUND表头底色、ALIGN对齐——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技能1：图像缩放与缺陷框标注——应用：见工单starter与教师参考实现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技能2：PDF图文表混排生成——应用：见工单starter与教师参考实现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技能3：中文字体注册与使用——应用：见工单starter与教师参考实现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技能4：按读者视角组织报告层级——应用：见工单starter与教师参考实现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一键生成质量日报（1）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reportlab基础：画布、字体注册、段落与表格；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图文混排：插入标注图像与统计表格；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工单项目1.4实操：处理设备故障图像（标注缺陷区域）并生成包含图表和图像的PDF报告。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代码走读：《标注+PDF》逐段拆解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 = ImageDraw.Draw(img.copy())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行2：d.rectangle([120,80,210,120], outline=(255,0,0), wid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行3：d.text((120,66), "scratch 9.0mm", fill=(255,0,0))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行4：pdfmetrics.registerFont(TTFont("ZH", "fonts/ZH_Font.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行5：doc.build([Paragraph("设备质量日报", st),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决策：信息层级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段落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读者关注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排序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明细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附表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本课决策题：决策：信息层级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四段式版式调整(信息层级)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多页报告或自绘封面(冲优)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版式专业；美观度≥4/5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第2步：改坐标再画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第3步：观察标注变化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达标自检：能改框位置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第1步：画框标注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第2步：最简PDF输出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第3步：确认中文正常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达标自检：PDF能打开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第1步：标注缺陷图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第2步：PDF标题+结论+图+表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第3步：生成并检查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达标自检：排版规范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自动邮件发送（smtplib+附件），附测试邮箱配置说明)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第1步：自绘封面页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第2步：概览+明细双页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第3步：耗时&lt;2min记录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达标自检：可直接上交水准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四段式版式调整(信息层级)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多页报告或自绘封面(冲优)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生成耗时记录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Image尺寸用width=120*mm等比例，防拉伸变形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生成耗时打印出来：本工单要求&lt;2分钟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PDF文件名带日期：质量日报_0415.pdf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运行时出现「PDF中文空白」，你的排查顺序是？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D·学徒（≥60）：标注体验——跟做保底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C·操作员（≥70）：图+PDF——基础完成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B·组长（≥80）：图文表三要素——标准达成+帮带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A·师傅（≥90）：封面+多页报告——进阶拓展+费曼讲解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步骤1：四段式版式调整(信息层级)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步骤2：多页报告或自绘封面(冲优)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步骤3：生成耗时记录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工单1.4已发布，四层任务各自认领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微课知识卡：图像缩放与缺陷框标注——应用：见工单starter与教师参考实现（5分钟视频+导学单）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Pillow：open/copy/resize/draw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rectangle画框[x1,y1,x2,y2]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reportlab三件：Paragraph/Image/Table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一键生成质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量日报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PDF中文空白 · 文字压住框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本周主题：图像缩放与缺陷框标注——应用：见工单starter与教师参考实现——5分钟视频+导学单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原因：字体未注册；解决：registerFont+setFont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知识：Pillow：open/copy/res；rectangle画框[x1,y1,x2；reportlab三件：Paragrap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交付：工单1.4《工业图像处理与报告生成》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按前缀写：feat:完成W10工单核心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