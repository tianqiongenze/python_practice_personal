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开场30秒：本次课《程序生病了怎么办》，80分钟＝2课时×40分钟。课前已发工单+starter+微课知识卡，资讯·计划线上完成。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知识卡1：异常=运行时错误对象；类型即线索——应用：见工单starter与教师参考实现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知识卡2：try/except/else/finally四段结构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知识卡3：精确捕获：FileNotFoundError/ValueError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知识卡4：禁止裸except(吞Ctrl+C)——应用：见工单starter与教师参考实现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知识卡5：logging三级：INFO/WARNING/ERROR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知识卡6：finally放收尾：关资源/写统计——应用：见工单starter与教师参考实现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程序生病了怎么办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基础知识线：异常=运行时错误对象；类型即线索——应用：见工单starter与教师参考实现；try/except/else/finally四段结构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继续夯实线：精确捕获：FileNotFoundError/ValueError；禁止裸except(吞Ctrl+C)——应用：见工单starter与教师参考实现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0.5《健壮的工业数据采集程序》——本课工单即考核单元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目标：能够编写捕获≥3种异常并记录日志的健壮采集程序；能够使用日志定位问题；代码规范率≥80%。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目标：树立“程序会出错”的工程危机意识，培养防患于未然的健壮性设计习惯。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题目：finally块无论是否异常都执行吗？裸except为什么禁止？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禁止裸except:——会吞掉Ctrl+C等一切异常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任务背景：凌晨的断电让采集程序崩在中途，丢了半小时数据。王主任发火：'程序不能一摔就死。'——工单0.5：异常处理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finally块无论是否异常都执行吗？裸except为什么禁止？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原因：连Ctrl+C都拦；解决：写明异常类型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异常=运行时错误对象；类型即线索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剧情任务：凌晨的断电让采集程序崩在中途，丢了半小时数据。王主任发火：'程序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知识应用（1）：异常=运行时错误对象；类型即线索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异常=运行时错误对象；类型即线索。在两江智造产线上的用法：见工单starter与教师参考实现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知识应用（4）：禁止裸except(吞Ctrl+C)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禁止裸except(吞Ctrl+C)。在两江智造产线上的用法：见工单starter与教师参考实现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finally放收尾：关资源/写统计——应用：见工单starter与教师参考实现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知识应用（6）：finally放收尾：关资源/写统计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finally放收尾：关资源/写统计。在两江智造产线上的用法：见工单starter与教师参考实现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异常：预案思维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try放可能出错的代码，except按类型接住：FileNotFoundError文件缺失、ValueError转换失败。程序“摔跤”前先铺好垫子。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logging三级日志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INFO记录正常流、WARNING记录可疑数据、ERROR记录故障——比print强在：带时间戳、可分级过滤、能同时进文件。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要点1：('异常：预案思维', 'try放可能出错的代码，except按类型接住：FileNotFoundErr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要点2：('logging三级日志', 'INFO记录正常流、WARNING记录可疑数据、ERROR记录故障——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技能1：配置双输出日志(控制台+文件)——应用：见工单starter与教师参考实现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技能2：捕获多类型异常并分级记录——应用：见工单starter与教师参考实现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技能3：输出采集统计(成功/跳过/失败)——应用：见工单starter与教师参考实现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技能4：脏数据写入bad_records备查——应用：见工单starter与教师参考实现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程序生病了怎么办（1）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异常的概念与常见类型：ValueError、FileNotFoundError、TypeError；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try/except/else/finally结构；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异常的捕获策略：精确捕获vs宽泛捕获；raise主动抛出。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代码走读：《健壮读取》逐段拆解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行1：try: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行2：t, p = line.split(","); float(t); float(p)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行3：log.info("第%d条成功:%s", i, line); ok +=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行4：except ValueError: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行5：log.warning("脏数据跳过:%r", line); skip +=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logging三级日志(INFO/WARN/ERROR)配置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捕获FileNotFoundError/ValueError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finally完整结构1处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≥3种异常+日志可定位到行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第1步：删数据文件触发异常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第2步：看日志ERROR行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第3步：恢复文件再跑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达标自检：能读日志定位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第1步：捕获文件缺失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第2步：捕获转换错误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第3步：WARNING记录跳过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达标自检：2异常+基本日志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第1步：日志双输出配置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第2步：try/except/finally完整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第3步：统计输出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达标自检：3异常+finally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脏数据自动写入bad_records.csv，附统计（成功/跳过/失败）)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第1步：脏数据写csv备查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第2步：异常后从断点继续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第3步：日志带行号定位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达标自检：3异常+可定位日志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logging三级日志(INFO/WARN/ERROR)配置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捕获FileNotFoundError/ValueError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7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7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6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finally完整结构1处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禁止裸except:——会吞掉Ctrl+C等一切异常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FileHandler加encoding='utf-8'防中文乱码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except里至少记ERROR，别pass装没事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运行时出现「裸except吞异常」，你的排查顺序是？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D·学徒（≥60）：故障注入体验——跟做保底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C·操作员（≥70）：基础捕获——基础完成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B·组长（≥80）：完整健壮程序——标准达成+帮带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A·师傅（≥90）：断点续采+bad_records——进阶拓展+费曼讲解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步骤1：logging三级日志(INFO/WARN/ERROR)配置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步骤2：捕获FileNotFoundError/ValueError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步骤3：finally完整结构1处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工单0.5已发布，四层任务各自认领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微课知识卡：配置双输出日志(控制台+文件)——应用：见工单starter与教（5分钟视频+导学单）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异常=运行时错误对象；类型即线索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try/except/else/finally四段结构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精确捕获：FileNotFoundError/ValueError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裸except吞异常 · 日志中文乱码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本周主题：配置双输出日志(控制台+文件)——应用：见工单starter与教——5分钟视频+导学单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原因：连Ctrl+C都拦；解决：写明异常类型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异常=运行时错误对象；类型即线索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知识：异常=运行时错误对象；类型即线索；try/except/else/fina；精确捕获：FileNotFoundErr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交付：工单0.5《健壮的工业数据采集程序》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