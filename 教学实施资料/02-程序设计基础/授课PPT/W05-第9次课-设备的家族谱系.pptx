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开场30秒：本次课《设备的家族谱系》，80分钟＝2课时×40分钟。课前已发工单+starter+微课知识卡，资讯·计划线上完成。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情境说书（30秒，口头讲，不必逐字念）：新采购的PLC和变频器到了，王主任要求新旧设备统一管理。'都是设备，但脾气不同。'——工单0.4：用继承体系让PLC、变频器各展所长又统一调度。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知识卡1：继承：子类复用父类成员(is-a关系)——应用：见工单starter与教师参考实现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知识卡2：super().__init__()先完成父类初始化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知识卡3：覆盖：子类同名方法优先执行——应用：见工单starter与教师参考实现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知识卡4：多态：统一接口、不同行为——应用：见工单starter与教师参考实现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知识卡5：isinstance/issubclass类型判断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知识卡6：docstring：类与方法一行说明——应用：见工单starter与教师参考实现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现场演示《继承+覆盖》：三步走——先整段跑通看结果，再逐行讲关键语句，最后现场改一个参数看输出变化（演10分钟的核心素材）。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工单发布话术：'精密制造事业部发来工单0.4《工业设备继承体系》，及格线是1，优秀线看A层标准'——念完发starter。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错误速查：现场演示第一条——制造「父类属性丢失」，带着学生按'现象→原因→解决'三步排查。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项目3 砥砺奋斗，成就精彩 | 预习知识点：函数定义与调用；参数与返回值；局部/全局变量 | 课中检查知识点：能封装告警判断为函数；能说明return的作用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设备的家族谱系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第五周 · 第9次课（2课时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设备的家族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谱系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继承：子类复用父类成员(is-a关系)——应用：见工单starter与教师参考实现 · super().__init__()先完成父类初始化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覆盖：子类同名方法优先执行——应用：见工单starter与教师参考实现 · 多态：统一接口、不同行为——应用：见工单starter与教师参考实现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构建基类+两子类继承体系——应用：见工单starter与教师参考实现 · 覆盖start并调用super协作——应用：见工单starter与教师参考实现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基础知识线：继承：子类复用父类成员(is-a关系)——应用：见工单starter与教师参考实现；super().__init__()先完成父类初始化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继续夯实线：覆盖：子类同名方法优先执行——应用：见工单starter与教师参考实现；多态：统一接口、不同行为——应用：见工单starter与教师参考实现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技能线：构建基类+两子类继承体系——应用：见工单starter与教师参考实现；覆盖start并调用super协作——应用：见工单starter与教师参考实现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0.4《工业设备继承体系》——本课工单即考核单元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本课在课程体系：专业核心基础课：面向零基础新生的编程第一课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4175000"/>
            <a:ext cx="1400000" cy="1225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3615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设备接入数（台/月）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告警响应达标率(%)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833334"/>
            <a:ext cx="1400000" cy="2566666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2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台账电子化率(%)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四步法：讲10→演10→模仿10→练习10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掌握继承的基本语法与方法覆盖；理解多态的实现机制；了解封装与访问控制约定。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能够设计基类与子类继承体系并演示多态调用；能够编写含docstring的规范代码；代码规范率≥80%。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理解“复用与扩展”的系统思维，认识代码复用在大型工业系统中的维护价值。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目标：掌握继承的基本语法与方法覆盖；理解多态的实现机制；了解封装与访问控制约定。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目标：能够设计基类与子类继承体系并演示多态调用；能够编写含docstring的规范代码；代码规范率≥80%。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目标：理解“复用与扩展”的系统思维，认识代码复用在大型工业系统中的维护价值。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子类如何调用父类__init__？多态怎么理解？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题目：子类如何调用父类__init__？多态怎么理解？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子类如何调用父类__init__？多态怎么理解？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覆盖__init__必须调super().__init__()，否则父类属性丢失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新采购的PLC和变频器到了，王主任要求新旧设备统一管理。'都是设备，但脾气不同。'——工单0.4：用继承体系让PLC、变频器各展所长又统一调度。</a:t>
            </a:r>
          </a:p>
        </p:txBody>
      </p:sp>
      <p:pic>
        <p:nvPicPr>
          <p:cNvPr id="9" name="Picture 8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任务背景：新采购的PLC和变频器到了，王主任要求新旧设备统一管理。'都是设备，但脾气不同。'——工单0.4：用继承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掌握继承的基本语法与方法覆盖；理解多态的实现机制；了解封装与访问控制约定。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能够设计基类与子类继承体系并演示多态调用；能够编写含docstring的规范代码；代码规范率≥80%。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理解“复用与扩展”的系统思维，认识代码复用在大型工业系统中的维护价值。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对应工单0.4评分：功能40%+技术25%+规范20%+素养15%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子类如何调用父类__init__？多态怎么理解？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排错题：出现「父类属性丢失」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原因：忘调super().__init__；解决：补上super调用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继承：子类复用父类成员(is-a关系)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剧情任务：新采购的PLC和变频器到了，王主任要求新旧设备统一管理。'都是设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继承：子类复用父类成员(is-a关系)——应用：见工单starter与教师参考实现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知识应用（1）：继承：子类复用父类成员(is-a关系)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继承：子类复用父类成员(is-a关系)。在两江智造产线上的用法：见工单starter与教师参考实现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super().__init__()先完成父类初始化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覆盖：子类同名方法优先执行——应用：见工单starter与教师参考实现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知识应用（3）：覆盖：子类同名方法优先执行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覆盖：子类同名方法优先执行。在两江智造产线上的用法：见工单starter与教师参考实现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多态：统一接口、不同行为——应用：见工单starter与教师参考实现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知识应用（4）：多态：统一接口、不同行为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多态：统一接口、不同行为。在两江智造产线上的用法：见工单starter与教师参考实现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isinstance/issubclass类型判断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docstring：类与方法一行说明——应用：见工单starter与教师参考实现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知识应用（6）：docstring：类与方法一行说明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docstring：类与方法一行说明。在两江智造产线上的用法：见工单starter与教师参考实现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继承：子类复用父类成员(is-a关系)——应用：见工单starter与教师参考实现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super().__init__()先完成父类初始化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覆盖：子类同名方法优先执行——应用：见工单starter与教师参考实现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多态：统一接口、不同行为——应用：见工单starter与教师参考实现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isinstance/issubclass类型判断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继承：家族复用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class PLC(Device)白捡父类的属性方法，再加自己的scan_ms。super().__init__()先让父类完成基础初始化。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覆盖（重写）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PLC重写start()加入扫描周期提示——同名方法子类优先。这就是“同一接口，不同行为”。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要点1：('继承：家族复用', 'class PLC(Device)白捡父类的属性方法，再加自己的scan_ms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要点2：('覆盖（重写）', 'PLC重写start()加入扫描周期提示——同名方法子类优先。这就是“同一接口，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构建基类+两子类继承体系——应用：见工单starter与教师参考实现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覆盖start并调用super协作——应用：见工单starter与教师参考实现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循环统一调用演示多态——应用：见工单starter与教师参考实现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绘制继承体系类图——应用：见工单starter与教师参考实现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技能1：构建基类+两子类继承体系——应用：见工单starter与教师参考实现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技能2：覆盖start并调用super协作——应用：见工单starter与教师参考实现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技能3：循环统一调用演示多态——应用：见工单starter与教师参考实现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技能4：绘制继承体系类图——应用：见工单starter与教师参考实现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设备的家族谱系（1）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继承的概念与语法：子类复用父类；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方法覆盖（重写）与super()调用；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封装与访问控制基础：属性约定（_protected）；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演示：Device基类派生PLC、变频器子类。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关键代码：继承+覆盖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PLC(Device):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__init__(self, dev_id, name, scan_ms=10):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super().__init__(dev_id, name)   # 父类先初始化!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self.scan_ms = scan_ms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start(self):                     # 覆盖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super().start()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print(f"  扫描周期:{self.scan_ms}ms")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代码走读：《继承+覆盖》逐段拆解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行1：class PLC(Device):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行2：def __init__(self, dev_id, name, scan_ms=10):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行3：super().__init__(dev_id, name)   # 父类先初始化!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行4：self.scan_ms = scan_ms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行5：def start(self):                     # 覆盖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3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2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课堂教法：四步法（第1-6周）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时长/课时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原理+工业背景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实时代码演示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跟做保底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练习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独立+小步成功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第7周起切换为完整六步法（资讯·计划课前线上）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本课决策题：课堂教法：四步法（第1-6周）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实施任务：工单0.4《工业设备继承体系》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Device基类+PLC/VFD子类(super().__init__)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子类新增scan_ms/set_freq并覆盖start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docstring每个类+方法一行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1基类+2子类+覆盖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≥3子类；super协作；docstring齐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继承体验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运行多态示例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换一种设备再跑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口述谁继承谁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能复述is-a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第1步：运行多态示例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第2步：换一种设备再跑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第3步：口述谁继承谁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达标自检：能复述is-a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单子类继承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PLC继承Device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super().__init__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新增一个属性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继承与super正确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第1步：PLC继承Device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第2步：super().__init__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第3步：新增一个属性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达标自检：继承与super正确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两子类覆盖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PLC子类+scan_ms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覆盖start带扫描周期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循环调用看多态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docstring齐全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第1步：PLC子类+scan_ms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第2步：覆盖start带扫描周期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第3步：循环调用看多态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达标自检：docstring齐全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三子类+类图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加Sensor子类calibrate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总控台统一启停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类图绘制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多态清晰+is-a判断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加第3个子类Sensor（含calibrate校准方法），绘制三子类类图)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第1步：加Sensor子类calibrate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第2步：总控台统一启停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第3步：类图绘制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达标自检：多态清晰+is-a判断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Device基类+PLC/VFD子类(super().__init__)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31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2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31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子类新增scan_ms/set_freq并覆盖start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5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5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4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docstring每个类+方法一行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覆盖__init__必须调super().__init__()，否则父类属性丢失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is-a才继承：“车间”不是设备，别硬凑继承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子类方法名要与父类完全一致（大小写敏感）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父类属性丢失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忘调super().__init__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补上super调用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多态失效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方法名大小写不一致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与父类完全同名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为继承而继承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车间不是设备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is-a不成立就不继承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运行时出现「父类属性丢失」，你的排查顺序是？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原因是忘调super().__init__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D·学徒（≥60）：继承体验——跟做保底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C·操作员（≥70）：单子类继承——基础完成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B·组长（≥80）：两子类覆盖——标准达成+帮带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A·师傅（≥90）：三子类+类图——进阶拓展+费曼讲解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步骤1：Device基类+PLC/VFD子类(super().__init__)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步骤2：子类新增scan_ms/set_freq并覆盖start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步骤3：docstring每个类+方法一行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工单0.4已发布，四层任务各自认领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提交物与评分（工单0.4）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学号_姓名_0.4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完成工单项目0.4《工业设备继承体系》：及格标准1基类+2子类+继承覆盖；优秀标准≥3子类、多态演示清晰、含docstring、规范率≥90%；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绘制本周设备继承体系类图；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预习异常处理机制。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0.4任务书——步骤/及格线/评分细则都在里面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102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0.4的技能点即其最小实现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102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102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102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微课知识卡：构建基类+两子类继承体系——应用：见工单starter与教师参考（5分钟视频+导学单）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102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继承：子类复用父类成员(is-a关系)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super().__init__()先完成父类初始化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覆盖：子类同名方法优先执行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102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102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设备的家族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谱系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继承：子类复用父类成员(is-a关系)——应用：见工单starter与教师参考实现 · super().__init__()先完成父类初始化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构建基类+两子类继承体系——应用：见工单starter与教师参考实现 · 覆盖start并调用super协作——应用：见工单starter与教师参考实现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父类属性丢失 · 多态失效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工单0.4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102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本周主题：构建基类+两子类继承体系——应用：见工单starter与教师参考——5分钟视频+导学单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102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102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子类如何调用父类__init__？多态怎么理解？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排错题：出现「父类属性丢失」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原因：忘调super().__init__；解决：补上super调用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继承：子类复用父类成员(is-a关系)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102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知识：继承：子类复用父类成员(is-a关系)；super().__init__()先完；覆盖：子类同名方法优先执行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技能：构建基类+两子类继承体系——应用：见工单starter与教师参考实现；覆盖start并调用super协作——应用：见工单starter与教师参考实现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交付：工单0.4《工业设备继承体系》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102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按前缀写：feat:完成W5工单核心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102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py02——提示符变(py02)才对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102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102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102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配置双输出日志(控制台+文件)——应用：见工单s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finally块无论是否异常都执行吗？裸except为什么禁止？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