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开场30秒：本次课《从虚拟设备采数到云端上报》，80分钟＝2课时×40分钟。课前已发工单+starter+微课知识卡，资讯·计划线上完成。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知识卡1：Modbus寄存器：40001-40005五测点——应用：见工单starter与教师参考实现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知识卡2：数值×10定点存储：678=67.8℃——应用：见工单starter与教师参考实现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知识卡3：pymodbus：read_holding_registers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知识卡4：MQTT主题：device/1/status路由——应用：见工单starter与教师参考实现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知识卡5：JSON消息含ts时间戳——应用：见工单starter与教师参考实现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知识卡6：排错三步：ping通→端口通→代码通——应用：见工单starter与教师参考实现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现场演示《采集+上报》：三步走——先整段跑通看结果，再逐行讲关键语句，最后现场改一个参数看输出变化（演10分钟的核心素材）。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工单发布话术：'精密制造事业部发来工单1.5《工业互联网数据采集系统》，及格线是M，优秀线看A层标准'——念完发starter。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错误速查：现场演示第一条——制造「连不上PLC」，带着学生按'现象→原因→解决'三步排查。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预习知识点：继承(子类/super)；多态初步 | 课中检查知识点：能写PLC子类继承Device；能说出继承复用的好处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从虚拟设备采数到云端上报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第22次课（2课时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从虚拟设备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采数到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pymodbus：read_holding_registers · MQTT主题：device/1/status路由——应用：见工单starter与教师参考实现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基础知识线：Modbus寄存器：40001-40005五测点——应用：见工单starter与教师参考实现；数值×10定点存储：678=67.8℃——应用：见工单starter与教师参考实现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继续夯实线：pymodbus：read_holding_registers；MQTT主题：device/1/status路由——应用：见工单starter与教师参考实现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技能线：连接虚拟PLC读取寄存器——应用：见工单starter与教师参考实现；paho-mqtt发布JSON消息——应用：见工单starter与教师参考实现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1.5《工业互联网数据采集系统》——本课工单即考核单元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理解TCP/IP、HTTP、MQTT、Modbus协议的基础概念；掌握Socket编程基本方法；了解工业数据采集的报文结构。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目标：理解TCP/IP、HTTP、MQTT、Modbus协议的基础概念；掌握Socket编程基本方法；了解工业数据采集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目标：能够完成Modbus连接读取与MQTT消息发布；能够编写完整的工业互联网数据采集系统；代码规范率≥90%。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目标：建立网络通信的调试排障思维（连通性→配置→代码），培养工业现场“协议就是语言”的规范意识。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pymodbus 3.x返回值怎么取数？publish后立刻退出会怎样？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题目：pymodbus 3.x返回值怎么取数？publish后立刻退出会怎样？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pymodbus 3.x返回值怎么取数？publish后立刻退出会怎样？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publish后sleep 0.3再退出，防消息未发出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任务背景：数字化转型办终于把边缘网关接到了车间，Modbus口和MQTT通道都通了（本地模拟环境）。'最后一公里交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理解TCP/IP、HTTP、MQTT、Modbus协议的基础概念；掌握Socket编程基本方法；了解工业数据采集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pymodbus 3.x返回值怎么取数？publish后立刻退出会怎样？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排错题：出现「连不上PLC」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原因：模拟器没启动；解决：先跑虚拟产线--check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Modbus寄存器：40001-40005五测点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剧情任务：数字化转型办终于把边缘网关接到了车间，Modbus口和MQTT通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知识应用（1）：Modbus寄存器：40001-40005五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Modbus寄存器：40001-40005五测点。在两江智造产线上的用法：见工单starter与教师参考实现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数值×10定点存储：678=67.8℃——应用：见工单starter与教师参考实现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知识应用（2）：数值×10定点存储：678=67.8℃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数值×10定点存储：678=67.8℃。在两江智造产线上的用法：见工单starter与教师参考实现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pymodbus：read_holding_registers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MQTT主题：device/1/status路由——应用：见工单starter与教师参考实现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知识应用（4）：MQTT主题：device/1/status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MQTT主题：device/1/status路由。在两江智造产线上的用法：见工单starter与教师参考实现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JSON消息含ts时间戳——应用：见工单starter与教师参考实现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知识应用（5）：JSON消息含ts时间戳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JSON消息含ts时间戳。在两江智造产线上的用法：见工单starter与教师参考实现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排错三步：ping通→端口通→代码通——应用：见工单starter与教师参考实现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知识应用（6）：排错三步：ping通→端口通→代码通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排错三步：ping通→端口通→代码通。在两江智造产线上的用法：见工单starter与教师参考实现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数值×10定点存储：678=67.8℃——应用：见工单starter与教师参考实现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pymodbus：read_holding_registers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MQTT主题：device/1/status路由——应用：见工单starter与教师参考实现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JSON消息含ts时间戳——应用：见工单starter与教师参考实现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网络排错三步法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ping通（IP对吗）→端口通（服务起了吗）→代码通（参数对吗）。分层定位，别一上来就改代码。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异常与重试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连接失败重试1次仍失败→记ERROR日志退出。无限重试=死循环，裸奔不重试=脆弱——有限重试是工程平衡。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要点1：('网络排错三步法', 'ping通（IP对吗）→端口通（服务起了吗）→代码通（参数对吗）。分层定位，别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要点2：('异常与重试', '连接失败重试1次仍失败→记ERROR日志退出。无限重试=死循环，裸奔不重试=脆弱—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paho-mqtt发布JSON消息——应用：见工单starter与教师参考实现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异常重试与日志记录——应用：见工单starter与教师参考实现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订阅回环验证消息到达——应用：见工单starter与教师参考实现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技能1：连接虚拟PLC读取寄存器——应用：见工单starter与教师参考实现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技能2：paho-mqtt发布JSON消息——应用：见工单starter与教师参考实现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技能3：异常重试与日志记录——应用：见工单starter与教师参考实现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技能4：订阅回环验证消息到达——应用：见工单starter与教师参考实现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从虚拟设备采数到云端上报（1）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pymodbus读取虚拟PLC寄存器数据；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paho-mqtt连接Broker、发布/订阅主题；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工单项目1.5实操：Modbus定时采集+MQTT上报的完整数据采集系统；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末期复习：核心知识点串讲与综合项目答疑。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关键代码：采集+上报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rr = c.read_holding_registers(address=0, count=5)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vals = rr.registers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{n: v/10 for n, v in zip(NAMES[:4], vals[:4])}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payload = json.dumps({"device_id":"DEV-1",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"ts": time.strftime("%H:%M:%S"), "metrics":data},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ensure_ascii=False)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mq.publish("device/1/status", payload)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代码走读：《采集+上报》逐段拆解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行1：rr = c.read_holding_registers(address=0, count=5)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行2：vals = rr.registers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行3：data = {n: v/10 for n, v in zip(NAMES[:4], vals[:4])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行4：payload = json.dumps({"device_id":"DEV-1",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行5："ts": time.strftime("%H:%M:%S"), "metrics":data},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决策：异常策略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连接失败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重试1次+日志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数据越界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标记上报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本课决策题：决策：异常策略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实施任务：工单1.5《工业互联网数据采集系统》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paho-mqtt连接本地代理发布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断线重试+异常日志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末期复习自测20题+综合项目选题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Modbus读+MQTT发布成功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断线重连+回环验证+规范率≥90%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模拟器体验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--check连通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换5021再读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记录两台数据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能改端口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第1步：--check连通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第2步：换5021再读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第3步：记录两台数据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达标自检：能改端口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单次采集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连PLC读一次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打印还原值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单条MQTT发布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能读出数值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第1步：连PLC读一次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第2步：打印还原值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第3步：单条MQTT发布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达标自检：能读出数值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五轮采集上报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读5寄存器÷10还原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5轮循环采集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MQTT发布JSON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JSON结构规范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第1步：读5寄存器÷10还原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第2步：5轮循环采集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第3步：MQTT发布JSON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达标自检：JSON结构规范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回环验证+重连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订阅自己主题打印回执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断线重试逻辑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消息结构优化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规范率≥90%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综合项目启动：选题四选一+ABCD分工表+Git仓库初始化)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第1步：订阅自己主题打印回执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第2步：断线重试逻辑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第3步：消息结构优化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达标自检：规范率≥90%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paho-mqtt连接本地代理发布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断线重试+异常日志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末期复习自测20题+综合项目选题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publish后sleep 0.3再退出，防消息未发出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loop_start()与loop_stop()成对出现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末期复习：对照知识清单自测20题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连不上PLC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先跑虚拟产线--check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数值大10倍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忘了÷10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寄存器定点换算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publish后无消息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立刻退出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sleep 0.3再退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运行时出现「连不上PLC」，你的排查顺序是？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D·学徒（≥60）：模拟器体验——跟做保底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C·操作员（≥70）：单次采集——基础完成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B·组长（≥80）：五轮采集上报——标准达成+帮带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A·师傅（≥90）：回环验证+重连——进阶拓展+费曼讲解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步骤1：paho-mqtt连接本地代理发布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步骤2：断线重试+异常日志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步骤3：末期复习自测20题+综合项目选题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工单1.5已发布，四层任务各自认领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完成工单项目1.5《工业互联网数据采集系统》：及格标准Modbus读取+MQTT发布基本工作；优秀标准采集完整+消息规范+异常处理完善+规范率≥90%；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完成综合项目需求分析与分工计划；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复习全课程知识清单，准备综合项目答辩。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微课知识卡：连接虚拟PLC读取寄存器——应用：见工单starter与教师参考（5分钟视频+导学单）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Modbus寄存器：40001-40005五测点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数值×10定点存储：678=67.8℃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pymodbus：read_holding_registers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从虚拟设备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采数到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连不上PLC · 数值大10倍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本周主题：连接虚拟PLC读取寄存器——应用：见工单starter与教师参考——5分钟视频+导学单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pymodbus 3.x返回值怎么取数？publish后立刻退出会怎样？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排错题：出现「连不上PLC」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原因：模拟器没启动；解决：先跑虚拟产线--check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Modbus寄存器：40001-40005五测点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知识：Modbus寄存器：40001-4000；数值×10定点存储：678=67.8℃；pymodbus：read_holdin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技能：连接虚拟PLC读取寄存器——应用：见工单starter与教师参考实现；paho-mqtt发布JSON消息——应用：见工单starter与教师参考实现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交付：工单1.5《工业互联网数据采集系统》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按前缀写：feat:完成W11工单核心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按checklist完成终验自查——应用：见工单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