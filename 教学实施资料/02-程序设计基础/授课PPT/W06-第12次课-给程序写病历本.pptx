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开场30秒：本次课《给程序写病历本》，80分钟＝2课时×40分钟。课前已发工单+starter+微课知识卡，资讯·计划线上完成。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知识卡1：异常=运行时错误对象；类型即线索——应用：见工单starter与教师参考实现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知识卡2：try/except/else/finally四段结构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知识卡3：精确捕获：FileNotFoundError/ValueError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知识卡4：禁止裸except(吞Ctrl+C)——应用：见工单starter与教师参考实现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知识卡5：logging三级：INFO/WARNING/ERROR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知识卡6：finally放收尾：关资源/写统计——应用：见工单starter与教师参考实现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给程序写病历本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给程序写病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历本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基础知识线：异常=运行时错误对象；类型即线索——应用：见工单starter与教师参考实现；try/except/else/finally四段结构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继续夯实线：精确捕获：FileNotFoundError/ValueError；禁止裸except(吞Ctrl+C)——应用：见工单starter与教师参考实现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0.5《健壮的工业数据采集程序》——本课工单即考核单元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目标：能够编写捕获≥3种异常并记录日志的健壮采集程序；能够使用日志定位问题；代码规范率≥80%。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目标：树立“程序会出错”的工程危机意识，培养防患于未然的健壮性设计习惯。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题目：logging比print好在哪？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日志格式统一：时间 级别 线程 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任务背景：凌晨的断电让采集程序崩在中途，丢了半小时数据。王主任发火：'程序不能一摔就死。'——工单0.5：异常处理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logging比print好在哪？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原因：连Ctrl+C都拦；解决：写明异常类型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异常=运行时错误对象；类型即线索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剧情任务：凌晨的断电让采集程序崩在中途，丢了半小时数据。王主任发火：'程序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知识应用（1）：异常=运行时错误对象；类型即线索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异常=运行时错误对象；类型即线索。在两江智造产线上的用法：见工单starter与教师参考实现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知识应用（4）：禁止裸except(吞Ctrl+C)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禁止裸except(吞Ctrl+C)。在两江智造产线上的用法：见工单starter与教师参考实现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finally放收尾：关资源/写统计——应用：见工单starter与教师参考实现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知识应用（6）：finally放收尾：关资源/写统计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finally放收尾：关资源/写统计。在两江智造产线上的用法：见工单starter与教师参考实现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finally：无论如何都执行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关文件、释放连接、写统计这类“收尾动作”放finally——异常不该中断清理。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中期自评法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对照目标清单给自己打分：哪些“能独立完成”、哪些“看提示才会”、哪些“不会”——诚实归因是进步的前提。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要点1：('finally：无论如何都执行', '关文件、释放连接、写统计这类“收尾动作”放finally——异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要点2：('中期自评法', '对照目标清单给自己打分：哪些“能独立完成”、哪些“看提示才会”、哪些“不会”——诚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技能1：配置双输出日志(控制台+文件)——应用：见工单starter与教师参考实现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技能2：捕获多类型异常并分级记录——应用：见工单starter与教师参考实现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技能3：输出采集统计(成功/跳过/失败)——应用：见工单starter与教师参考实现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技能4：脏数据写入bad_records备查——应用：见工单starter与教师参考实现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给程序写病历本（1）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logging日志模块：级别、格式、文件输出；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程序调试方法：断点、单步、打印调试法；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工单项目0.5实操：编写健壮的工业数据采集程序（捕获文件不存在、数据格式错误等≥2种异常，记录日志）；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中期诊断：进度检查、困难学生识别、补强计划启动。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代码走读：《健壮读取》逐段拆解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行1：try: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行2：t, p = line.split(","); float(t); float(p)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行3：log.info("第%d条成功:%s", i, line);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ValueError: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行5：log.warning("脏数据跳过:%r", line); skip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采集统计输出(成功/跳过/失败)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脏数据写入bad_records.csv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中期自评问卷+教师快问快答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统计正确；脏数据可追溯+规范率≥90%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第1步：删数据文件触发异常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第2步：看日志ERROR行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第3步：恢复文件再跑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达标自检：能读日志定位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第1步：捕获文件缺失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第2步：捕获转换错误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第3步：WARNING记录跳过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达标自检：2异常+基本日志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第1步：日志双输出配置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第2步：try/except/finally完整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第3步：统计输出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达标自检：3异常+finally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把采集程序改造成“可重跑”：异常后从断点继续而非重来)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第1步：脏数据写csv备查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第2步：异常后从断点继续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第3步：日志带行号定位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达标自检：3异常+可定位日志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采集统计输出(成功/跳过/失败)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脏数据写入bad_records.csv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中期自评问卷+教师快问快答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日志格式统一：时间 级别 线程 消息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统计数字要在finally里输出，出错也能看到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问卷如实填，补强计划据此启动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运行时出现「裸except吞异常」，你的排查顺序是？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D·学徒（≥60）：故障注入体验——跟做保底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C·操作员（≥70）：基础捕获——基础完成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B·组长（≥80）：完整健壮程序——标准达成+帮带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A·师傅（≥90）：断点续采+bad_records——进阶拓展+费曼讲解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步骤1：采集统计输出(成功/跳过/失败)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步骤2：脏数据写入bad_records.csv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步骤3：中期自评问卷+教师快问快答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微课知识卡：配置双输出日志(控制台+文件)——应用：见工单starter与教（5分钟视频+导学单）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异常=运行时错误对象；类型即线索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try/except/else/finally四段结构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精确捕获：FileNotFoundError/ValueError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给程序写病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历本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裸except吞异常 · 日志中文乱码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本周主题：配置双输出日志(控制台+文件)——应用：见工单starter与教——5分钟视频+导学单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原因：连Ctrl+C都拦；解决：写明异常类型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异常=运行时错误对象；类型即线索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知识：异常=运行时错误对象；类型即线索；try/except/else/fina；精确捕获：FileNotFoundErr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交付：工单0.5《健壮的工业数据采集程序》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