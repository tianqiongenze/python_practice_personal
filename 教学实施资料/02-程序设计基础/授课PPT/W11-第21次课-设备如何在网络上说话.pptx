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开场30秒：本次课《设备如何在网络上说话》，80分钟＝2课时×40分钟。课前已发工单+starter+微课知识卡，资讯·计划线上完成。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知识卡1：Modbus寄存器：40001-40005五测点——应用：见工单starter与教师参考实现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知识卡2：数值×10定点存储：678=67.8℃——应用：见工单starter与教师参考实现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知识卡3：pymodbus：read_holding_registers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知识卡4：MQTT主题：device/1/status路由——应用：见工单starter与教师参考实现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知识卡5：JSON消息含ts时间戳——应用：见工单starter与教师参考实现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知识卡6：排错三步：ping通→端口通→代码通——应用：见工单starter与教师参考实现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现场演示《采集+上报》：三步走——先整段跑通看结果，再逐行讲关键语句，最后现场改一个参数看输出变化（演10分钟的核心素材）。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错误速查：现场演示第一条——制造「连不上PLC」，带着学生按'现象→原因→解决'三步排查。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设备如何在网络上说话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设备如何在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pymodbus：read_holding_registers · MQTT主题：device/1/status路由——应用：见工单starter与教师参考实现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基础知识线：Modbus寄存器：40001-40005五测点——应用：见工单starter与教师参考实现；数值×10定点存储：678=67.8℃——应用：见工单starter与教师参考实现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继续夯实线：pymodbus：read_holding_registers；MQTT主题：device/1/status路由——应用：见工单starter与教师参考实现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1.5《工业互联网数据采集系统》——本课工单即考核单元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理解TCP/IP、HTTP、MQTT、Modbus协议的基础概念；掌握Socket编程基本方法；了解工业数据采集的报文结构。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目标：能够完成Modbus连接读取与MQTT消息发布；能够编写完整的工业互联网数据采集系统；代码规范率≥90%。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目标：建立网络通信的调试排障思维（连通性→配置→代码），培养工业现场“协议就是语言”的规范意识。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题目：MQTT主题device/+/status中的+是什么意思？寄存器读数678代表多少℃？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pymodbus 3.x取数用rr.registers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任务背景：数字化转型办终于把边缘网关接到了车间，Modbus口和MQTT通道都通了（本地模拟环境）。'最后一公里交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MQTT主题device/+/status中的+是什么意思？寄存器读数678代表多少℃？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排错题：出现「连不上PLC」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原因：模拟器没启动；解决：先跑虚拟产线--check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Modbus寄存器：40001-40005五测点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剧情任务：数字化转型办终于把边缘网关接到了车间，Modbus口和MQTT通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知识应用（1）：Modbus寄存器：40001-40005五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Modbus寄存器：40001-40005五测点。在两江智造产线上的用法：见工单starter与教师参考实现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知识应用（2）：数值×10定点存储：678=67.8℃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数值×10定点存储：678=67.8℃。在两江智造产线上的用法：见工单starter与教师参考实现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知识应用（4）：MQTT主题：device/1/status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MQTT主题：device/1/status路由。在两江智造产线上的用法：见工单starter与教师参考实现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知识应用（5）：JSON消息含ts时间戳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JSON消息含ts时间戳。在两江智造产线上的用法：见工单starter与教师参考实现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排错三步：ping通→端口通→代码通——应用：见工单starter与教师参考实现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知识应用（6）：排错三步：ping通→端口通→代码通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排错三步：ping通→端口通→代码通。在两江智造产线上的用法：见工单starter与教师参考实现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Modbus寄存器模型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PLC数据放40001-40005保持寄存器：温度/压力/振动/转速/状态。读功能码03，数值×10定点存储——678=67.8℃。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MQTT发布订阅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不直连而是发到“主题”device/1/status；订阅者按主题收——设备与平台解耦，工业上广泛使用。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要点1：('Modbus寄存器模型', 'PLC数据放40001-40005保持寄存器：温度/压力/振动/转速/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要点2：('MQTT发布订阅', '不直连而是发到“主题”device/1/status；订阅者按主题收——设备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paho-mqtt发布JSON消息——应用：见工单starter与教师参考实现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异常重试与日志记录——应用：见工单starter与教师参考实现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订阅回环验证消息到达——应用：见工单starter与教师参考实现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技能1：连接虚拟PLC读取寄存器——应用：见工单starter与教师参考实现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技能2：paho-mqtt发布JSON消息——应用：见工单starter与教师参考实现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技能3：异常重试与日志记录——应用：见工单starter与教师参考实现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技能4：订阅回环验证消息到达——应用：见工单starter与教师参考实现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设备如何在网络上说话（1）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网络基础：IP地址、端口、TCP/IP模型；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工业协议概览：HTTP、MQTT发布-订阅模式、Modbus寄存器概念；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Socket编程：TCP客户端/服务端（echo演练）。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关键代码：采集+上报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rr = c.read_holding_registers(address=0, count=5)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vals = rr.registers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{n: v/10 for n, v in zip(NAMES[:4], vals[:4])}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payload = json.dumps({"device_id":"DEV-1",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"ts": time.strftime("%H:%M:%S"), "metrics":data},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ensure_ascii=False)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mq.publish("device/1/status", payload)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代码走读：《采集+上报》逐段拆解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行1：rr = c.read_holding_registers(address=0, count=5)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行2：vals = rr.registers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行3：data = {n: v/10 for n, v in zip(NAMES[:4], vals[:4])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行4：payload = json.dumps({"device_id":"DEV-1",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行5："ts": time.strftime("%H:%M:%S"), "metrics":data},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决策：轮询间隔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间隔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实时性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1s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2s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5s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本课决策题：决策：轮询间隔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启动虚拟产线并--check连通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pymodbus读40001-05并÷10还原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每2秒×5轮采集(JSON含ts)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5轮完整+JSON规范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模拟器体验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--check连通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换5021再读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记录两台数据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能改端口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第1步：--check连通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第2步：换5021再读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第3步：记录两台数据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达标自检：能改端口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单次采集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连PLC读一次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打印还原值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单条MQTT发布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能读出数值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第1步：连PLC读一次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第2步：打印还原值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第3步：单条MQTT发布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达标自检：能读出数值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五轮采集上报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读5寄存器÷10还原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5轮循环采集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MQTT发布JSON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JSON结构规范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第1步：读5寄存器÷10还原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第2步：5轮循环采集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第3步：MQTT发布JSON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达标自检：JSON结构规范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回环验证+重连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订阅自己主题打印回执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断线重试逻辑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消息结构优化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规范率≥90%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订阅自己的主题做回环验证（on_message打印回执）)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第1步：订阅自己主题打印回执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第2步：断线重试逻辑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第3步：消息结构优化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达标自检：规范率≥90%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启动虚拟产线并--check连通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pymodbus读40001-05并÷10还原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每2秒×5轮采集(JSON含ts)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pymodbus 3.x取数用rr.registers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先启动虚拟产线再跑程序（--check自检）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JSON上报带ts时间戳字段，规范消息结构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连不上PLC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先跑虚拟产线--check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数值大10倍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忘了÷10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寄存器定点换算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publish后无消息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立刻退出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sleep 0.3再退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运行时出现「连不上PLC」，你的排查顺序是？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D·学徒（≥60）：模拟器体验——跟做保底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C·操作员（≥70）：单次采集——基础完成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B·组长（≥80）：五轮采集上报——标准达成+帮带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A·师傅（≥90）：回环验证+重连——进阶拓展+费曼讲解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步骤1：启动虚拟产线并--check连通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步骤2：pymodbus读40001-05并÷10还原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步骤3：每2秒×5轮采集(JSON含ts)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工单1.5已发布，四层任务各自认领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微课知识卡：连接虚拟PLC读取寄存器——应用：见工单starter与教师参考（5分钟视频+导学单）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Modbus寄存器：40001-40005五测点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数值×10定点存储：678=67.8℃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pymodbus：read_holding_registers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设备如何在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连不上PLC · 数值大10倍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本周主题：连接虚拟PLC读取寄存器——应用：见工单starter与教师参考——5分钟视频+导学单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排错题：出现「连不上PLC」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原因：模拟器没启动；解决：先跑虚拟产线--check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Modbus寄存器：40001-40005五测点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知识：Modbus寄存器：40001-4000；数值×10定点存储：678=67.8℃；pymodbus：read_holdin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交付：工单1.5《工业互联网数据采集系统》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按前缀写：feat:完成W11工单核心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