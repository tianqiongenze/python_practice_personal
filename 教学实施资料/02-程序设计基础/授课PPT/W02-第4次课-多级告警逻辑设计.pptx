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开场30秒：本次课《多级告警逻辑设计》，80分钟＝2课时×40分钟。课前已发工单+starter+微课知识卡，资讯·计划线上完成。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知识卡1：if/elif/else分支；缩进即语法——应用：见工单starter与教师参考实现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知识卡2：比较运算==/!=/&gt;=/&lt;=；=是赋值——应用：见工单starter与教师参考实现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知识卡3：and/or/not组合条件(加括号)——应用：if temp&gt;=80 and vib&gt;4.5: 报警——两个条件同时满足才触发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知识卡4：嵌套判断：先危险后预警的顺序——应用：先if level=='alarm'再if device=='PUMP'——先筛高危再定位设备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知识卡5：边界值：79.9/80/80.1三测法——应用：见工单starter与教师参考实现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知识卡6：告警分级：提示/警告/停机三级——应用：见工单starter与教师参考实现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现场演示《两级判断》：三步走——先整段跑通看结果，再逐行讲关键语句，最后现场改一个参数看输出变化（演10分钟的核心素材）。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工单发布话术：'精密制造事业部发来工单0.2a《工业实时告警系统Ⅰ》，及格线是≥，优秀线看A层标准'——念完发starter。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错误速查：现场演示第一条——制造「95分支永不执行」，带着学生按'现象→原因→解决'三步排查。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多级告警逻辑设计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多级告警逻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辑设计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 · 嵌套判断：先危险后预警的顺序——应用：先if level=='alarm'再if device=='PUMP'——先筛高危再定位设备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基础知识线：if/elif/else分支；缩进即语法——应用：见工单starter与教师参考实现；比较运算==/!=/&gt;=/&lt;=；=是赋值——应用：见工单starter与教师参考实现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继续夯实线：and/or/not组合条件(加括号)——应用：if temp&gt;=80 and vib&gt;4.5: 报警——两个条件同时满足才触发；嵌套判断：先危险后预警的顺序——应用：先if level=='alarm'再if device=='PUMP'——先筛高危再定位设备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0.2a《工业实时告警系统Ⅰ》——本课工单即考核单元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目标：能够编写含多条件嵌套判断的工业监测程序；能够设计≥1个告警函数；代码规范率≥70%。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目标：培养严谨的逻辑思维（边界条件全覆盖），树立工业安全“宁可信其有”的告警意识。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elif顺序写反会发生什么？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题目：elif顺序写反会发生什么？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elif顺序写反会发生什么？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函数定义放循环外，别在循环里重复定义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任务背景：夜班险情：2号注塑机温度悄悄爬过95℃没人察觉，幸亏李姐巡逻撞见。王主任后怕：'机器得自己会喊疼。'——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对应工单0.2a评分：功能40%+技术25%+规范20%+素养15%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elif顺序写反会发生什么？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排错题：出现「95分支永不执行」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原因：elif顺序反了；解决：先判危险再预警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if/elif/else分支；缩进即语法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剧情任务：夜班险情：2号注塑机温度悄悄爬过95℃没人察觉，幸亏李姐巡逻撞见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知识应用（1）：if/elif/else分支；缩进即语法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if/elif/else分支；缩进即语法。在两江智造产线上的用法：见工单starter与教师参考实现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知识应用（2）：比较运算==/!=/&gt;=/&lt;=；=是赋值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比较运算==/!=/&gt;=/&lt;=；=是赋值。在两江智造产线上的用法：见工单starter与教师参考实现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知识应用（3）：and/or/not组合条件(加括号)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and/or/not组合条件(加括号)。在两江智造产线上的用法：if temp&gt;=80 and vib&gt;4.5: 报警——两个条件同时满足才触发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temp&gt;=80 and vib&gt;4.5: 报警——两个条件同时满足才触发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知识应用（4）：嵌套判断：先危险后预警的顺序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嵌套判断：先危险后预警的顺序。在两江智造产线上的用法：先if level=='alarm'再if device=='PUMP'——先筛高危再定位设备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先if level=='alarm'再if device=='PUMP'——先筛高危再定位设备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知识应用（5）：边界值：79.9/80/80.1三测法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边界值：79.9/80/80.1三测法。在两江智造产线上的用法：见工单starter与教师参考实现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告警分级：提示/警告/停机三级——应用：见工单starter与教师参考实现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知识应用（6）：告警分级：提示/警告/停机三级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告警分级：提示/警告/停机三级。在两江智造产线上的用法：见工单starter与教师参考实现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函数：打包重复逻辑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def alarm(level, msg):把“格式化+打印”封装，调用三行变一行。参数是输入，return是输出——数据流要能说清。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边界测试清单法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把79.9/80/94.9/95/100做成列表循环验证，输出对照表——这就是最小单元测试雏形。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要点1：('函数：打包重复逻辑', 'def alarm(level, msg):把“格式化+打印”封装，调用三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要点2：('边界测试清单法', '把79.9/80/94.9/95/100做成列表循环验证，输出对照表——这就是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设计alarm告警函数——应用：见工单starter与教师参考实现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边界五组全覆盖测试——应用：见工单starter与教师参考实现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用流程图先行梳理分支——应用：见工单starter与教师参考实现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技能1：编写多级阈值判断逻辑——应用：见工单starter与教师参考实现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技能2：设计alarm告警函数——应用：见工单starter与教师参考实现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技能3：边界五组全覆盖测试——应用：见工单starter与教师参考实现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技能4：用流程图先行梳理分支——应用：见工单starter与教师参考实现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多级告警逻辑设计（1）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工业实时告警场景分析：阈值设定、告警分级、响应措施；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工单项目0.2（上）实操：实现≥2个if条件判断的设备监测程序；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常见错误预防：缩进错误、条件覆盖遗漏、“=”与“==”混淆。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关键代码：两级判断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 &gt;= 95: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alarm(3, f"温度{temp}℃超危险线，停机！")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elif temp &gt;= 80: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alarm(2, f"温度{temp}℃超预警线")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alarm(1, "运行正常")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代码走读：《两级判断》逐段拆解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行1：if temp &gt;= 95: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行2：alarm(3, f"温度{temp}℃超危险线，停机！")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行3：elif temp &gt;= 80: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行4：alarm(2, f"温度{temp}℃超预警线")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行5：else: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实施任务：工单0.2a《工业实时告警系统Ⅰ》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温度+压力组合条件(and/or加括号)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同时超限升级“紧急”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整理边界条件覆盖表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≥2个if判断+1个告警函数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嵌套清晰；边界表完整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把80改成75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观察输出变化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能改阈值再跑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第2步：把80改成75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第3步：观察输出变化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达标自检：能改阈值再跑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单级判断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温度≥80判断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输出告警信息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测试79.9/80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两组边界通过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第1步：温度≥80判断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第2步：输出告警信息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第3步：测试79.9/80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达标自检：两组边界通过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两级判断完整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80/95双阈值判断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alarm函数封装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五组边界测试输出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边界五组通过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第1步：80/95双阈值判断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第2步：alarm函数封装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第3步：五组边界测试输出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达标自检：边界五组通过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三级告警+去重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温度压力同时超限升紧急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同设备同级10秒去重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告警写alarm.log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边界全对+日志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为alarm加日志级别参数，输出同时写文件alarm.log)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第1步：温度压力同时超限升紧急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第2步：同设备同级10秒去重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第3步：告警写alarm.log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达标自检：边界全对+日志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温度+压力组合条件(and/or加括号)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同时超限升级“紧急”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整理边界条件覆盖表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函数定义放循环外，别在循环里重复定义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return没写=返回None，打印结果注意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日志时间戳用time.strftime('%H:%M:%S')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95分支永不执行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先判危险再预警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=用在条件里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语法错误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改==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边界80落错分支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用了&gt;而非&gt;=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按需求选&gt;=/&gt;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运行时出现「95分支永不执行」，你的排查顺序是？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D·学徒（≥60）：跟做改值——跟做保底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C·操作员（≥70）：单级判断——基础完成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B·组长（≥80）：两级判断完整——标准达成+帮带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A·师傅（≥90）：三级告警+去重——进阶拓展+费曼讲解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步骤1：温度+压力组合条件(and/or加括号)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步骤2：同时超限升级“紧急”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步骤3：整理边界条件覆盖表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工单0.2a已发布，四层任务各自认领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微课知识卡：编写多级阈值判断逻辑——应用：见工单starter与教师参考实现（5分钟视频+导学单）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if/elif/else分支；缩进即语法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比较运算==/!=/&gt;=/&lt;=；=是赋值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and/or/not组合条件(加括号)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多级告警逻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辑设计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95分支永不执行 · =用在条件里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本周主题：编写多级阈值判断逻辑——应用：见工单starter与教师参考实现——5分钟视频+导学单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elif顺序写反会发生什么？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排错题：出现「95分支永不执行」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原因：elif顺序反了；解决：先判危险再预警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if/elif/else分支；缩进即语法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知识：if/elif/else分支；缩进即语法；比较运算==/!=/&gt;=/&lt;=；=是赋值；and/or/not组合条件(加括号)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交付：工单0.2a《工业实时告警系统Ⅰ》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按前缀写：feat:完成W2工单核心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