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开场30秒：本次课《给故障图片做标注》，80分钟＝2课时×40分钟。课前已发工单+starter+微课知识卡，资讯·计划线上完成。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情境说书（30秒，口头讲，不必逐字念）：集团质量月检查，要求图文并茂的日报。现在质检照片和统计表还是两个世界——工单1.4：Pillow标注缺陷+reportlab生成PDF质量日报。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知识卡1：Pillow：open/copy/resize/draw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知识卡2：rectangle画框[x1,y1,x2,y2]——应用：见工单starter与教师参考实现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知识卡3：reportlab三件：Paragraph/Image/Table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知识卡4：中文字体注册TTFont后setFont——应用：见工单starter与教师参考实现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知识卡5：四段式日报：概览/分析/异常/附表——应用：见工单starter与教师参考实现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知识卡6：信息层级：结论先行——应用：见工单starter与教师参考实现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现场演示《标注+PDF》：三步走——先整段跑通看结果，再逐行讲关键语句，最后现场改一个参数看输出变化（演10分钟的核心素材）。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工单发布话术：'精密制造事业部发来工单1.4《工业图像处理与报告生成》，及格线是标，优秀线看A层标准'——念完发starter。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错误速查：现场演示第一条——制造「PDF中文空白」，带着学生按'现象→原因→解决'三步排查。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项目5 悦读启航，领悟人生 | 预习知识点：面向对象基础(class/__init__/self)；属性与方法 | 课中检查知识点：能定义Device类并实例化；能解释self的含义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给故障图片做标注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第十周 · 第19次课（2课时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给故障图片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做标注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Pillow：open/copy/resize/draw · rectangle画框[x1,y1,x2,y2]——应用：见工单starter与教师参考实现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reportlab三件：Paragraph/Image/Table · 中文字体注册TTFont后setFont——应用：见工单starter与教师参考实现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 · PDF图文表混排生成——应用：见工单starter与教师参考实现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基础知识线：Pillow：open/copy/resize/draw；rectangle画框[x1,y1,x2,y2]——应用：见工单starter与教师参考实现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继续夯实线：reportlab三件：Paragraph/Image/Table；中文字体注册TTFont后setFont——应用：见工单starter与教师参考实现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技能线：图像缩放与缺陷框标注——应用：见工单starter与教师参考实现；PDF图文表混排生成——应用：见工单starter与教师参考实现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1.4《工业图像处理与报告生成》——本课工单即考核单元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掌握Pillow图像读写、缩放裁剪与绘制标注的方法；掌握reportlab生成PDF报告的基本流程。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能够对故障图像进行缺陷标注；能够生成图文并茂的PDF质量报告；代码规范率≥85%。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培养“交付物意识”——程序输出要面向使用者（报告即产品），提升职业化表达素养。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目标：掌握Pillow图像读写、缩放裁剪与绘制标注的方法；掌握reportlab生成PDF报告的基本流程。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目标：能够对故障图像进行缺陷标注；能够生成图文并茂的PDF质量报告；代码规范率≥85%。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目标：培养“交付物意识”——程序输出要面向使用者（报告即产品），提升职业化表达素养。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PDF坐标系原点在哪个角？中文字体为什么要注册？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题目：PDF坐标系原点在哪个角？中文字体为什么要注册？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PDF坐标系原点在哪个角？中文字体为什么要注册？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中文字体必须pdfmetrics.registerFont(TTFont)注册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集团质量月检查，要求图文并茂的日报。现在质检照片和统计表还是两个世界——工单1.4：Pillow标注缺陷+reportlab生成PDF质量日报。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任务背景：集团质量月检查，要求图文并茂的日报。现在质检照片和统计表还是两个世界——工单1.4：Pillow标注缺陷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掌握Pillow图像读写、缩放裁剪与绘制标注的方法；掌握reportlab生成PDF报告的基本流程。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能够对故障图像进行缺陷标注；能够生成图文并茂的PDF质量报告；代码规范率≥85%。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培养“交付物意识”——程序输出要面向使用者（报告即产品），提升职业化表达素养。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对应工单1.4评分：功能40%+技术25%+规范20%+素养15%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PDF坐标系原点在哪个角？中文字体为什么要注册？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排错题：出现「PDF中文空白」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原因：字体未注册；解决：registerFont+setFont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Pillow：open/copy/resize/draw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剧情任务：集团质量月检查，要求图文并茂的日报。现在质检照片和统计表还是两个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Pillow：open/copy/resize/draw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rectangle画框[x1,y1,x2,y2]——应用：见工单starter与教师参考实现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知识应用（2）：rectangle画框[x1,y1,x2,y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rectangle画框[x1,y1,x2,y2]。在两江智造产线上的用法：见工单starter与教师参考实现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reportlab三件：Paragraph/Image/Table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中文字体注册TTFont后setFont——应用：见工单starter与教师参考实现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知识应用（4）：中文字体注册TTFont后setFont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中文字体注册TTFont后setFont。在两江智造产线上的用法：见工单starter与教师参考实现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四段式日报：概览/分析/异常/附表——应用：见工单starter与教师参考实现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知识应用（5）：四段式日报：概览/分析/异常/附表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四段式日报：概览/分析/异常/附表。在两江智造产线上的用法：见工单starter与教师参考实现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信息层级：结论先行——应用：见工单starter与教师参考实现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知识应用（6）：信息层级：结论先行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信息层级：结论先行。在两江智造产线上的用法：见工单starter与教师参考实现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Pillow：open/copy/resize/draw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rectangle画框[x1,y1,x2,y2]——应用：见工单starter与教师参考实现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reportlab三件：Paragraph/Image/Table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中文字体注册TTFont后setFont——应用：见工单starter与教师参考实现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四段式日报：概览/分析/异常/附表——应用：见工单starter与教师参考实现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Pillow画框三步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Image.open→copy()副本上Draw→rectangle+text。在原图直接画会污染原图——副本意识。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reportlab三大件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Paragraph段落、Image图片、Table表格——SimpleDocTemplate把它们按story列表排版，A4页边距自定。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要点1：('Pillow画框三步', 'Image.open→copy()副本上Draw→rectangle+t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要点2：('reportlab三大件', 'Paragraph段落、Image图片、Table表格——Simpl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PDF图文表混排生成——应用：见工单starter与教师参考实现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中文字体注册与使用——应用：见工单starter与教师参考实现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按读者视角组织报告层级——应用：见工单starter与教师参考实现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技能1：图像缩放与缺陷框标注——应用：见工单starter与教师参考实现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技能2：PDF图文表混排生成——应用：见工单starter与教师参考实现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技能3：中文字体注册与使用——应用：见工单starter与教师参考实现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技能4：按读者视角组织报告层级——应用：见工单starter与教师参考实现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给故障图片做标注（1）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Pillow图像基础：打开、保存、尺寸、缩放、裁剪；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图像增强：亮度、对比度调整；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ImageDraw绘制标注：缺陷区域画框、文字标注。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关键代码：标注+PDF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 = ImageDraw.Draw(img.copy())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d.rectangle([120,80,210,120], outline=(255,0,0), width=3)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d.text((120,66), "scratch 9.0mm", fill=(255,0,0))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pdfmetrics.registerFont(TTFont("ZH", "fonts/ZH_Font.ttf"))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doc.build([Paragraph("设备质量日报", st),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RLImage("marked.png", width=120*mm, height=90*mm)])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代码走读：《标注+PDF》逐段拆解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 = ImageDraw.Draw(img.copy())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行2：d.rectangle([120,80,210,120], outline=(255,0,0), wid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行3：d.text((120,66), "scratch 9.0mm", fill=(255,0,0))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行4：pdfmetrics.registerFont(TTFont("ZH", "fonts/ZH_Font.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行5：doc.build([Paragraph("设备质量日报", st),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6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4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决策：日报版式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要素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优先级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标注图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统计表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结论段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本课决策题：决策：日报版式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实施任务：工单1.4《工业图像处理与报告生成》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Pillow缩放统一尺寸+红框标注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reportlab注册SimHei中文字体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PDF: 标题+结论+图+表(SimpleTable)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标注完成+PDF可生成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图文表三要素+排版规范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标注体验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改坐标再画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观察标注变化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能改框位置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第1步：运行示例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第2步：改坐标再画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第3步：观察标注变化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达标自检：能改框位置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图+PDF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画框标注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最简PDF输出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确认中文正常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PDF能打开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第1步：画框标注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第2步：最简PDF输出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第3步：确认中文正常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达标自检：PDF能打开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图文表三要素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标注缺陷图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PDF标题+结论+图+表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生成并检查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排版规范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第1步：标注缺陷图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第2步：PDF标题+结论+图+表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第3步：生成并检查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达标自检：排版规范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封面+多页报告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自绘封面页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概览+明细双页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耗时&lt;2min记录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可直接上交水准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报告加封面页（标题/日期/组名）与页码，达到“可直接上交”水准)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第1步：自绘封面页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第2步：概览+明细双页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第3步：耗时&lt;2min记录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达标自检：可直接上交水准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Pillow缩放统一尺寸+红框标注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reportlab注册SimHei中文字体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PDF: 标题+结论+图+表(SimpleTable)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中文字体必须pdfmetrics.registerFont(TTFont)注册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画框坐标是[x1,y1,x2,y2]不是x,y,w,h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文字画在框上方y-14，别压住缺陷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PDF中文空白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字体未注册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registerFont+setFont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文字压住框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y坐标不当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画在框上方y-14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图变形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宽高没等比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按原始比例设宽高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运行时出现「PDF中文空白」，你的排查顺序是？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原因是字体未注册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D·学徒（≥60）：标注体验——跟做保底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C·操作员（≥70）：图+PDF——基础完成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B·组长（≥80）：图文表三要素——标准达成+帮带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A·师傅（≥90）：封面+多页报告——进阶拓展+费曼讲解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步骤1：Pillow缩放统一尺寸+红框标注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步骤2：reportlab注册SimHei中文字体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步骤3：PDF: 标题+结论+图+表(SimpleTable)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工单1.4已发布，四层任务各自认领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学号_姓名_1.4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完成工单项目1.4《工业图像处理与报告生成》：及格标准图像处理完成+PDF可生成；优秀标准处理精细+排版专业+规范率≥90%；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为自己的报告设计一个封面；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预习网络基础知识（IP、端口、协议）。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1.4任务书——步骤/及格线/评分细则都在里面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1.4的技能点即其最小实现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微课知识卡：图像缩放与缺陷框标注——应用：见工单starter与教师参考实现（5分钟视频+导学单）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Pillow：open/copy/resize/draw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rectangle画框[x1,y1,x2,y2]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reportlab三件：Paragraph/Image/Table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给故障图片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做标注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Pillow：open/copy/resize/draw · rectangle画框[x1,y1,x2,y2]——应用：见工单starter与教师参考实现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 · PDF图文表混排生成——应用：见工单starter与教师参考实现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PDF中文空白 · 文字压住框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本周主题：图像缩放与缺陷框标注——应用：见工单starter与教师参考实现——5分钟视频+导学单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PDF坐标系原点在哪个角？中文字体为什么要注册？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排错题：出现「PDF中文空白」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原因：字体未注册；解决：registerFont+setFont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Pillow：open/copy/resize/draw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知识：Pillow：open/copy/res；rectangle画框[x1,y1,x2；reportlab三件：Paragrap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技能：图像缩放与缺陷框标注——应用：见工单starter与教师参考实现；PDF图文表混排生成——应用：见工单starter与教师参考实现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交付：工单1.4《工业图像处理与报告生成》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按前缀写：feat:完成W10工单核心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连接虚拟PLC读取寄存器——应用：见工单star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MQTT主题device/+/status中的+是什么意思？寄存器读数678代表多少℃？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