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开场30秒：本次课《从杂乱报文中提取信息》，80分钟＝2课时×40分钟。课前已发工单+starter+微课知识卡，资讯·计划线上完成。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知识卡1：列表有序可重复；字典键值O(1)查——应用：见工单starter与教师参考实现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知识卡2：集合自动去重；元组不可变——应用：见工单starter与教师参考实现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知识卡3：正则八积木：\d \w + * [] ()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知识卡4：re.match/findall/search三方法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知识卡5：r前缀防转义：r'DEV-\d+'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知识卡6：统一schema：多源输入→标准字典——应用：见工单starter与教师参考实现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从杂乱报文中提取信息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从杂乱报文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中提取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基础知识线：列表有序可重复；字典键值O(1)查——应用：见工单starter与教师参考实现；集合自动去重；元组不可变——应用：见工单starter与教师参考实现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继续夯实线：正则八积木：\d \w + * [] ()；re.match/findall/search三方法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1.1《工业数据格式转换工具》——本课工单即考核单元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目标：体会“选择合适数据结构”对程序清晰度的影响，培养数据组织的设计意识。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题目：容器选型三问：要序？要查？要去重？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strip()去首尾空格，否则键名带空格查不到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任务背景：车间数据三张皮：设备报文、CSV台账、JSON配置互不相认。集团数据中台来函要求统一格式上报——工单1.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容器选型三问：要序？要查？要去重？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原因：贪婪.*；解决：用[\d.]+限定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列表有序可重复；字典键值O(1)查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剧情任务：车间数据三张皮：设备报文、CSV台账、JSON配置互不相认。集团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知识应用（1）：列表有序可重复；字典键值O(1)查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列表有序可重复；字典键值O(1)查。在两江智造产线上的用法：见工单starter与教师参考实现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知识应用（2）：集合自动去重；元组不可变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集合自动去重；元组不可变。在两江智造产线上的用法：见工单starter与教师参考实现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统一schema：多源输入→标准字典——应用：见工单starter与教师参考实现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知识应用（6）：统一schema：多源输入→标准字典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统一schema：多源输入→标准字典。在两江智造产线上的用法：见工单starter与教师参考实现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三种报文统一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报文/CSV/JSON各自解析后都映射到{device_id, metrics{}}标准结构——“适配器”思想：多源输入、统一输出。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决策矩阵实战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容器选型逐格打分再定方案，结论写进工单——工程决策要留痕，拍脑袋不可复现。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要点1：('三种报文统一 schema', '报文/CSV/JSON各自解析后都映射到{device_id, 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要点2：('决策矩阵实战', '容器选型逐格打分再定方案，结论写进工单——工程决策要留痕，拍脑袋不可复现。')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技能1：正则解析报文键值对——应用：见工单starter与教师参考实现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技能2：CSV/JSON双格式解析——应用：见工单starter与教师参考实现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技能3：三格式统一映射标准结构——应用：见工单starter与教师参考实现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技能4：按决策矩阵完成容器选型——应用：见工单starter与教师参考实现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从杂乱报文中提取信息（1）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字符串处理：split/join/strip/replace；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正则表达式基础：re.match、re.search、re.findall、常用模式（数字、字母、中文）；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工单项目1.1实操：编写工业数据格式转换工具（正则提取关键字段+容器组织数据）；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综合演练：解析“设备ID:压力值:状态”格式的报文串。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代码走读：《报文正则解析》逐段拆解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行2：msg = "DEV-01:temp=56.3C;press=0.45MPa;status=RUN"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行3：dev = re.match(r"([A-Z]+-\d+):", msg).group(1)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行4：kv = re.findall(r"(\w+)=([\d.]+|\w+)", msg)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行5：metrics = {k: float(v) if re.fullmatch(r"[\d.]+", 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批量转换文件并统计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异常报文(缺字段/乱序)容错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决策矩阵拍照入工单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批量转换+统计+规范率≥90%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第2步：\d+改\d{2}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第3步：观察匹配变化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达标自检：能改模式匹配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第1步：报文解析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第2步：JSON解析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第3步：打印对照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达标自检：能出标准字典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第1步：报文正则解析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第2步：CSV/JSON解析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第3步：统一{device_id,metrics}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达标自检：结构统一无错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转换器做成命令行工具：python conv.py input.txt --fmt=csv)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第1步：缺字段置None容错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第2步：批量转换文件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第3步：输出成功率统计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达标自检：3格式+成功率统计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批量转换文件并统计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异常报文(缺字段/乱序)容错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决策矩阵拍照入工单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strip()去首尾空格，否则键名带空格查不到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JSON的json.loads只吃合法串，先判空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批量转换输出统计：成功/失败计数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运行时出现「正则把整行吞了」，你的排查顺序是？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D·学徒（≥60）：正则体验——跟做保底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C·操作员（≥70）：双格式解析——基础完成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B·组长（≥80）：三格式全通——标准达成+帮带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A·师傅（≥90）：容错解析器+批量——进阶拓展+费曼讲解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步骤1：批量转换文件并统计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步骤2：异常报文(缺字段/乱序)容错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步骤3：决策矩阵拍照入工单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微课知识卡：正则解析报文键值对——应用：见工单starter与教师参考实现（5分钟视频+导学单）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列表有序可重复；字典键值O(1)查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集合自动去重；元组不可变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正则八积木：\d \w + * []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从杂乱报文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中提取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正则把整行吞了 · 键名带空格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本周主题：正则解析报文键值对——应用：见工单starter与教师参考实现——5分钟视频+导学单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原因：贪婪.*；解决：用[\d.]+限定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列表有序可重复；字典键值O(1)查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知识：列表有序可重复；字典键值O(1)查；集合自动去重；元组不可变；正则八积木：\d \w + * [] (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交付：工单1.1《工业数据格式转换工具》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