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开场30秒：本次课《与Python的第一次握手》，80分钟＝2课时×40分钟。课前已发工单+starter+微课知识卡，资讯·计划线上完成。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知识卡1：变量=给值贴标签；动态类型随值走——应用：dev_code='PUMP-03'; temp=78.5; print(type(temp))→&lt;class 'float'&gt;，同一变量可随时换类型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知识卡2：四种基本类型：int/float/str/bool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知识卡3：type()查看类型；int('36')显式转换——应用：isinstance(temp,float)做类型守卫防传入字符串温度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知识卡4：f-string格式化：f"温度{t:.1f}℃"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知识卡5：单位换算公式：F=C*9/5+32；MPa=kPa/1000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知识卡6：PEP 8启蒙：snake_case命名+4空格缩进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与Python的第一次握手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与Pyth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on的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基础知识线：变量=给值贴标签；动态类型随值走——应用：dev_code='PUMP-03'; temp=78.5; print(type(temp))→&lt;class 'float'&gt;，同一变量可随时换类型；四种基本类型：int/float/str/bool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继续夯实线：type()查看类型；int('36')显式转换——应用：isinstance(temp,float)做类型守卫防传入字符串温度；f-string格式化：f"温度{t:.1f}℃"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0.1《设备参数初始化系统》——本课工单即考核单元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93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93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93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目标：能够独立搭建Python开发环境并运行程序；能够编写50-100行的设备参数初始化程序；代码规范率≥70%。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93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目标：建立对编程工具的信心与兴趣，养成规范命名、及时保存的编码习惯，树立“代码即工程文件”的意识。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93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93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题目：温度用int还是float？为什么？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中文引号/冒号会报SyntaxError——用英文标点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93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93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任务背景：入职第一天，王主任把小郑领到中控室：'十台注塑机的铭牌参数还在Excel里躺了三年。'你的第一份工作不是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93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93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温度用int还是float？为什么？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93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原因：中文标点/冒号；解决：全用英文标点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93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变量=给值贴标签；动态类型随值走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93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剧情任务：入职第一天，王主任把小郑领到中控室：'十台注塑机的铭牌参数还在E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93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93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93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知识应用（1）：变量=给值贴标签；动态类型随值走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变量=给值贴标签；动态类型随值走。在两江智造产线上的用法：dev_code='PUMP-03'; temp=78.5; print(type(temp))→&lt;class 'float'&gt;，同一变量可随时换类型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dev_code='PUMP-03'; temp=78.5; print(type(temp))→&lt;class 'float'&gt;，同一变量可随时换类型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93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93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93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知识应用（3）：type()查看类型；int('36')显式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type()查看类型；int('36')显式转换。在两江智造产线上的用法：isinstance(temp,float)做类型守卫防传入字符串温度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isinstance(temp,float)做类型守卫防传入字符串温度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93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93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93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PEP 8启蒙：snake_case命名+4空格缩进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93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93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变量=贴标签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变量是给值起名字：device_id="DEV-001"。Python是动态类型——类型跟着值走，type()随时可查；int整型/float浮点/str文本/bool真假四类常用。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f-string格式化输出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f"温度{temp:.1f}℃"：冒号后控制格式（.1f一位小数、&gt;6右对齐）。台账卡对齐美观全靠它。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93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要点1：('变量=贴标签', '变量是给值起名字：device_id="DEV-001"。Python是动态类型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要点2：('f-string格式化输出', 'f"温度{temp:.1f}℃"：冒号后控制格式（.1f一位小数、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93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93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技能1：安装Python与PyCharm CE并运行首程序——应用：见工单starter与教师参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技能2：定义多类型变量并格式化输出台账卡——应用：见工单starter与教师参考实现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技能3：完成单位换算并保留小数——应用：见工单starter与教师参考实现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技能4：按规范命名并添加关键注释——应用：见工单starter与教师参考实现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93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与Python的第一次握手（1）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开发环境搭建：Python 3.12+安装、PyCharm CE/PyCharm配置、交互式解释器（REPL）初体验；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Python基本语法：注释、缩进规则、语句与表达式；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变量与数据类型：int、float、str、bool的定义与转换；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基本运算：算术运算符、比较运算符、赋值运算符；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工业应用场景：设备参数初始化（设备ID、名称、工作状态、温度的存储与输出）。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93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93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代码走读：《台账卡输出》逐段拆解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行1：device_id = "DEV-2026-001"; name = "智能注塑机"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行2：temp = 56.5; press_kpa = 450.0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行3：print(f"编号:{device_id}\n名称:{name}")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行4：print(f"温度:{temp:.1f}℃ ({temp*9/5+32:.1f}℉)")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行5：print(f"压力:{press_kpa/1000:.2f}MPa")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93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93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93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93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93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定义≥6变量≥3种数据类型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f-string输出“设备台账卡”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完成单位换算(℃→℉/kPa→MPa)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≥8变量、4类型、换算≥2处、规范率≥90%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93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93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第1步：运行w01示例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第2步：改一个变量值再跑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第3步：截图打卡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达标自检：Hello World跑通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93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93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第1步：定义6个变量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第2步：print逐项输出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第3步：完成1处换算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达标自检：6变量3类型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93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93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第1步：定义8个变量覆盖4类型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第2步：f-string对齐输出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第3步：完成℃→℉与kPa→MPa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达标自检：8变量+2处换算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93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用input()录入参数并加范围校验（超出提示重输）)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93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第1步：input录入并校验范围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第2步：循环输出多设备台账卡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第3步：加单位换算双项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达标自检：8变量4类型+校验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93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定义≥6变量≥3种数据类型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f-string输出“设备台账卡”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完成单位换算(℃→℉/kPa→MPa)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中文引号/冒号会报SyntaxError——用英文标点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temp=36.5是赋值，temp==36.5是比较，别混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input()返回的都是字符串，算术前要转换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93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93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运行时出现「SyntaxError」，你的排查顺序是？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93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D·学徒（≥60）：首程序仪式——跟做保底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C·操作员（≥70）：基础台账——基础完成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B·组长（≥80）：完整台账卡——标准达成+帮带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A·师傅（≥90）：输入校验+多行台账——进阶拓展+费曼讲解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93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步骤1：定义≥6变量≥3种数据类型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步骤2：f-string输出“设备台账卡”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步骤3：完成单位换算(℃→℉/kPa→MPa)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93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93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93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93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93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93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93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93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93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93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93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93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93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93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93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93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93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93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93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微课知识卡：安装Python与PyCharm CE并运行首程序——应用：见工（5分钟视频+导学单）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93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变量=给值贴标签；动态类型随值走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四种基本类型：int/float/str/bool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type()查看类型；int('36')显式转换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93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93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93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原因：中文标点/冒号；解决：全用英文标点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变量=给值贴标签；动态类型随值走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93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知识：变量=给值贴标签；动态类型随值走；四种基本类型：int/float/str；type()查看类型；int('36')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交付：工单0.1《设备参数初始化系统》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93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93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93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93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93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