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开场30秒：本次课《给设备装上行为》，80分钟＝2课时×40分钟。课前已发工单+starter+微课知识卡，资讯·计划线上完成。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知识卡1：类=图纸；实例=按图纸造的产品——应用：见工单starter与教师参考实现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知识卡2：__init__构造方法；self=实例自身——应用：见工单starter与教师参考实现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知识卡3：实例属性写__init__内(独立内存)——应用：见工单starter与教师参考实现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知识卡4：方法=类内函数；d.start()即调用——应用：见工单starter与教师参考实现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知识卡5：__str__让print(对象)可读——应用：见工单starter与教师参考实现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知识卡6：状态校验：非法迁移要拒绝——应用：见工单starter与教师参考实现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给设备装上行为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给设备装上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基础知识线：类=图纸；实例=按图纸造的产品——应用：见工单starter与教师参考实现；__init__构造方法；self=实例自身——应用：见工单starter与教师参考实现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继续夯实线：实例属性写__init__内(独立内存)——应用：见工单starter与教师参考实现；方法=类内函数；d.start()即调用——应用：见工单starter与教师参考实现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0.3《工业设备类设计》——本课工单即考核单元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目标：能够独立设计包含≥2个属性、≥2个方法的设备类；能够创建对象实例并调用方法；代码规范率≥75%。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目标：建立“数据与行为封装”的抽象思维，体会对象建模在工业系统中的组织价值。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题目：属性为什么必须写在__init__里？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方法内改属性用self.status=，别拼错属性名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任务背景：台账、告警的数据散落各处，改一台设备要翻三个文件。李姐感叹：'要是设备信息能像身份证一样一人一张卡。'—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属性为什么必须写在__init__里？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原因：调用报参数多一个；解决：方法第一参数写self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类=图纸；实例=按图纸造的产品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剧情任务：台账、告警的数据散落各处，改一台设备要翻三个文件。李姐感叹：'要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知识应用（1）：类=图纸；实例=按图纸造的产品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类=图纸；实例=按图纸造的产品。在两江智造产线上的用法：见工单starter与教师参考实现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知识应用（2）：__init__构造方法；self=实例自身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__init__构造方法；self=实例自身。在两江智造产线上的用法：见工单starter与教师参考实现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知识应用（3）：实例属性写__init__内(独立内存)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实例属性写__init__内(独立内存)。在两江智造产线上的用法：见工单starter与教师参考实现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知识应用（4）：方法=类内函数；d.start()即调用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方法=类内函数；d.start()即调用。在两江智造产线上的用法：见工单starter与教师参考实现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知识应用（5）：__str__让print(对象)可读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__str__让print(对象)可读。在两江智造产线上的用法：见工单starter与教师参考实现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状态校验：非法迁移要拒绝——应用：见工单starter与教师参考实现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知识应用（6）：状态校验：非法迁移要拒绝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状态校验：非法迁移要拒绝。在两江智造产线上的用法：见工单starter与教师参考实现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状态校验逻辑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start前查status：已运行则提示“请勿重复启动”。工业软件的健壮性从“不允许非法状态迁移”开始。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对象独立内存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d1、d2各改各的状态互不影响——每个实例有独立属性空间，用id()函数可见。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要点1：('状态校验逻辑', 'start前查status：已运行则提示“请勿重复启动”。工业软件的健壮性从“不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要点2：('对象独立内存', 'd1、d2各改各的状态互不影响——每个实例有独立属性空间，用id()函数可见。'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技能1：设计Device类(属性+方法)——应用：见工单starter与教师参考实现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技能2：创建多实例并演示属性隔离——应用：见工单starter与教师参考实现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技能3：实现启停状态校验逻辑——应用：见工单starter与教师参考实现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技能4：用id()观察对象独立性——应用：见工单starter与教师参考实现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给设备装上行为（1）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设备类设计：Device类（ID、名称、状态、温度属性；启动、停止、获取状态方法）；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工单项目0.3实操：创建多个设备对象实例，演示属性访问与方法调用；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面向对象价值讨论：为什么工业系统偏爱OOP（可扩展、易维护）；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本周不讲继承与多态，专注基本类设计（重点标注）。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代码走读：《设备类骨架》逐段拆解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Device: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__init__(self, dev_id, name, temp=25.0):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行3：self.dev_id, self.name, self.temp = dev_id, name, 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行4：self.status = "停止"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行5：def start(self):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方法含状态校验(重复启动提示)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print(对象)输出可读信息(__str__)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对象内存图手绘(id观察)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状态校验完善；内存图正确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第2步：再建一个对象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第3步：观察互不影响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达标自检：能调用方法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第1步：补全__init__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第2步：实现start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第3步：创建1实例调用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达标自检：1属性1方法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第1步：完成Device类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第2步：创建2实例调用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第3步：get_status输出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达标自检：2属性2方法2实例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给Device加运行时长统计（start/stop时间差），输出设备报表)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第1步：实现__str__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第2步：start/stop时间差统计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第3步：输出设备报表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达标自检：3属性3方法+docstring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方法含状态校验(重复启动提示)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print(对象)输出可读信息(__str__)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对象内存图手绘(id观察)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方法内改属性用self.status=，别拼错属性名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get_status返回字符串而不是直接print——调用方决定怎么用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布尔状态可用字符串'运行'/'停止'，直观优先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运行时出现「漏self」，你的排查顺序是？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D·学徒（≥60）：对象体验——跟做保底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C·操作员（≥70）：最小类——基础完成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B·组长（≥80）：标准设备类——标准达成+帮带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A·师傅（≥90）：__str__+运行时长——进阶拓展+费曼讲解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步骤1：方法含状态校验(重复启动提示)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步骤2：print(对象)输出可读信息(__str__)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步骤3：对象内存图手绘(id观察)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工单0.3已发布，四层任务各自认领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微课知识卡：设计Device类(属性+方法)——应用：见工单starter与（5分钟视频+导学单）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类=图纸；实例=按图纸造的产品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__init__构造方法；self=实例自身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实例属性写__init__内(独立内存)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给设备装上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漏self · 属性被共享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本周主题：设计Device类(属性+方法)——应用：见工单starter与——5分钟视频+导学单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原因：调用报参数多一个；解决：方法第一参数写self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类=图纸；实例=按图纸造的产品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知识：类=图纸；实例=按图纸造的产品；__init__构造方法；self=实例；实例属性写__init__内(独立内存)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交付：工单0.3《工业设备类设计》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